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0" r:id="rId4"/>
  </p:sldMasterIdLst>
  <p:notesMasterIdLst>
    <p:notesMasterId r:id="rId16"/>
  </p:notesMasterIdLst>
  <p:handoutMasterIdLst>
    <p:handoutMasterId r:id="rId17"/>
  </p:handoutMasterIdLst>
  <p:sldIdLst>
    <p:sldId id="256" r:id="rId5"/>
    <p:sldId id="257" r:id="rId6"/>
    <p:sldId id="268" r:id="rId7"/>
    <p:sldId id="269" r:id="rId8"/>
    <p:sldId id="270" r:id="rId9"/>
    <p:sldId id="260" r:id="rId10"/>
    <p:sldId id="271" r:id="rId11"/>
    <p:sldId id="264" r:id="rId12"/>
    <p:sldId id="258" r:id="rId13"/>
    <p:sldId id="272"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81" d="100"/>
          <a:sy n="81" d="100"/>
        </p:scale>
        <p:origin x="754" y="6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3E83E7-6DCE-4436-981A-E809C09B5F88}" type="doc">
      <dgm:prSet loTypeId="urn:microsoft.com/office/officeart/2005/8/layout/hProcess9" loCatId="process" qsTypeId="urn:microsoft.com/office/officeart/2005/8/quickstyle/simple1" qsCatId="simple" csTypeId="urn:microsoft.com/office/officeart/2005/8/colors/colorful1" csCatId="colorful" phldr="1"/>
      <dgm:spPr/>
      <dgm:t>
        <a:bodyPr/>
        <a:lstStyle/>
        <a:p>
          <a:endParaRPr lang="en-US"/>
        </a:p>
      </dgm:t>
    </dgm:pt>
    <dgm:pt modelId="{5E6EC551-1F12-4D85-8594-32D65A43EAA7}">
      <dgm:prSet custT="1"/>
      <dgm:spPr/>
      <dgm:t>
        <a:bodyPr/>
        <a:lstStyle/>
        <a:p>
          <a:r>
            <a:rPr lang="en-IN" sz="1400" b="1" i="0" dirty="0"/>
            <a:t>User Input</a:t>
          </a:r>
          <a:endParaRPr lang="en-US" sz="1400" b="1" spc="150" baseline="0" dirty="0">
            <a:latin typeface="+mj-lt"/>
          </a:endParaRPr>
        </a:p>
      </dgm:t>
    </dgm:pt>
    <dgm:pt modelId="{2B800405-3484-48DE-A9FF-E863C37817FF}" type="parTrans" cxnId="{C98FC35B-B903-4469-B0EA-E53842383AE4}">
      <dgm:prSet/>
      <dgm:spPr/>
      <dgm:t>
        <a:bodyPr/>
        <a:lstStyle/>
        <a:p>
          <a:endParaRPr lang="en-US" sz="1400" spc="150" baseline="0"/>
        </a:p>
      </dgm:t>
    </dgm:pt>
    <dgm:pt modelId="{F86404D2-473F-41AC-B422-847F113BEE24}" type="sibTrans" cxnId="{C98FC35B-B903-4469-B0EA-E53842383AE4}">
      <dgm:prSet phldrT="1" phldr="0"/>
      <dgm:spPr/>
      <dgm:t>
        <a:bodyPr/>
        <a:lstStyle/>
        <a:p>
          <a:endParaRPr lang="en-US" sz="1400" spc="150" baseline="0"/>
        </a:p>
      </dgm:t>
    </dgm:pt>
    <dgm:pt modelId="{ADA2E621-790F-4BE3-8054-DAC0B573D63F}">
      <dgm:prSet custT="1"/>
      <dgm:spPr/>
      <dgm:t>
        <a:bodyPr/>
        <a:lstStyle/>
        <a:p>
          <a:r>
            <a:rPr lang="en-IN" sz="1400" b="1" i="0" dirty="0"/>
            <a:t>Preprocessing &amp; Encoding</a:t>
          </a:r>
          <a:endParaRPr lang="en-US" sz="1400" b="1" spc="150" baseline="0" dirty="0">
            <a:latin typeface="+mj-lt"/>
          </a:endParaRPr>
        </a:p>
      </dgm:t>
    </dgm:pt>
    <dgm:pt modelId="{66765958-1B52-4BED-8BB0-2F8A454626F1}" type="parTrans" cxnId="{38C7BDD1-A779-4BB9-86F8-97B03A25A4B2}">
      <dgm:prSet/>
      <dgm:spPr/>
      <dgm:t>
        <a:bodyPr/>
        <a:lstStyle/>
        <a:p>
          <a:endParaRPr lang="en-US" sz="1400" spc="150" baseline="0"/>
        </a:p>
      </dgm:t>
    </dgm:pt>
    <dgm:pt modelId="{665F693B-E732-4987-808F-10400DDB0FA6}" type="sibTrans" cxnId="{38C7BDD1-A779-4BB9-86F8-97B03A25A4B2}">
      <dgm:prSet phldrT="2" phldr="0"/>
      <dgm:spPr/>
      <dgm:t>
        <a:bodyPr/>
        <a:lstStyle/>
        <a:p>
          <a:endParaRPr lang="en-US" sz="1400" spc="150" baseline="0"/>
        </a:p>
      </dgm:t>
    </dgm:pt>
    <dgm:pt modelId="{A679DE4F-A77F-44B3-A736-BDB514EFFDCB}">
      <dgm:prSet custT="1"/>
      <dgm:spPr/>
      <dgm:t>
        <a:bodyPr/>
        <a:lstStyle/>
        <a:p>
          <a:r>
            <a:rPr lang="en-US" sz="1400" b="1" i="0" dirty="0"/>
            <a:t>Feature Vector</a:t>
          </a:r>
          <a:r>
            <a:rPr lang="en-US" sz="1400" b="0" i="0" dirty="0"/>
            <a:t> </a:t>
          </a:r>
          <a:endParaRPr lang="en-US" sz="1400" b="1" spc="150" baseline="0" dirty="0">
            <a:latin typeface="+mj-lt"/>
          </a:endParaRPr>
        </a:p>
      </dgm:t>
    </dgm:pt>
    <dgm:pt modelId="{AF5DE307-1CE2-4B05-9842-EADC76BFF89D}" type="parTrans" cxnId="{0EAFB1E1-120A-41D0-9748-2EBE49778BDF}">
      <dgm:prSet/>
      <dgm:spPr/>
      <dgm:t>
        <a:bodyPr/>
        <a:lstStyle/>
        <a:p>
          <a:endParaRPr lang="en-US" sz="1400" spc="150" baseline="0"/>
        </a:p>
      </dgm:t>
    </dgm:pt>
    <dgm:pt modelId="{60DA2A5E-4A7A-4F5D-A408-84E49F2D9802}" type="sibTrans" cxnId="{0EAFB1E1-120A-41D0-9748-2EBE49778BDF}">
      <dgm:prSet phldrT="3" phldr="0"/>
      <dgm:spPr/>
      <dgm:t>
        <a:bodyPr/>
        <a:lstStyle/>
        <a:p>
          <a:endParaRPr lang="en-US" sz="1400" spc="150" baseline="0"/>
        </a:p>
      </dgm:t>
    </dgm:pt>
    <dgm:pt modelId="{1AEB3D0C-28A2-46F4-BC59-EFA1E5720C65}">
      <dgm:prSet custT="1"/>
      <dgm:spPr/>
      <dgm:t>
        <a:bodyPr/>
        <a:lstStyle/>
        <a:p>
          <a:r>
            <a:rPr lang="en-IN" sz="1400" b="1" i="0" dirty="0"/>
            <a:t>Trained Linear Model</a:t>
          </a:r>
          <a:endParaRPr lang="en-US" sz="1400" b="1" spc="150" baseline="0" dirty="0">
            <a:latin typeface="+mj-lt"/>
          </a:endParaRPr>
        </a:p>
      </dgm:t>
    </dgm:pt>
    <dgm:pt modelId="{4F7C5B13-CB47-4CAC-9E71-B0059ECBB71A}" type="parTrans" cxnId="{0AEB2164-EBC2-41A1-A90D-C5252BD1E9B5}">
      <dgm:prSet/>
      <dgm:spPr/>
      <dgm:t>
        <a:bodyPr/>
        <a:lstStyle/>
        <a:p>
          <a:endParaRPr lang="en-US" sz="1400" spc="150" baseline="0"/>
        </a:p>
      </dgm:t>
    </dgm:pt>
    <dgm:pt modelId="{C222C688-2467-4CA7-AFF5-BD243825A180}" type="sibTrans" cxnId="{0AEB2164-EBC2-41A1-A90D-C5252BD1E9B5}">
      <dgm:prSet phldrT="4" phldr="0"/>
      <dgm:spPr/>
      <dgm:t>
        <a:bodyPr/>
        <a:lstStyle/>
        <a:p>
          <a:endParaRPr lang="en-US" sz="1400" spc="150" baseline="0"/>
        </a:p>
      </dgm:t>
    </dgm:pt>
    <dgm:pt modelId="{6287C379-0444-404E-ABFD-64EA5435F53E}">
      <dgm:prSet custT="1"/>
      <dgm:spPr>
        <a:solidFill>
          <a:schemeClr val="accent6">
            <a:lumMod val="75000"/>
          </a:schemeClr>
        </a:solidFill>
      </dgm:spPr>
      <dgm:t>
        <a:bodyPr/>
        <a:lstStyle/>
        <a:p>
          <a:r>
            <a:rPr lang="en-IN" sz="1400" b="1" i="0" dirty="0"/>
            <a:t>Prediction &amp; Post-Processing</a:t>
          </a:r>
          <a:endParaRPr lang="en-US" sz="1400" b="1" spc="150" baseline="0" dirty="0">
            <a:latin typeface="+mj-lt"/>
          </a:endParaRPr>
        </a:p>
      </dgm:t>
    </dgm:pt>
    <dgm:pt modelId="{4A9C9742-1ED6-4278-B515-F2C1DB9BFDF5}" type="parTrans" cxnId="{9C935770-8171-417F-961B-15648D5A7BE2}">
      <dgm:prSet/>
      <dgm:spPr/>
      <dgm:t>
        <a:bodyPr/>
        <a:lstStyle/>
        <a:p>
          <a:endParaRPr lang="en-US" sz="1400" spc="150" baseline="0"/>
        </a:p>
      </dgm:t>
    </dgm:pt>
    <dgm:pt modelId="{58BEBA58-C77C-426A-A617-A1D3A903CED3}" type="sibTrans" cxnId="{9C935770-8171-417F-961B-15648D5A7BE2}">
      <dgm:prSet phldrT="5" phldr="0"/>
      <dgm:spPr/>
      <dgm:t>
        <a:bodyPr/>
        <a:lstStyle/>
        <a:p>
          <a:endParaRPr lang="en-US" sz="1400" spc="150" baseline="0"/>
        </a:p>
      </dgm:t>
    </dgm:pt>
    <dgm:pt modelId="{62C49B4D-3E15-4F25-9449-AD51978D9BBA}">
      <dgm:prSet custT="1"/>
      <dgm:spPr>
        <a:solidFill>
          <a:schemeClr val="accent6">
            <a:lumMod val="75000"/>
          </a:schemeClr>
        </a:solidFill>
      </dgm:spPr>
      <dgm:t>
        <a:bodyPr/>
        <a:lstStyle/>
        <a:p>
          <a:r>
            <a:rPr lang="en-IN" sz="1400" b="1" i="0" dirty="0"/>
            <a:t>Output Display</a:t>
          </a:r>
          <a:r>
            <a:rPr lang="en-IN" sz="1400" b="0" i="0" dirty="0"/>
            <a:t> </a:t>
          </a:r>
          <a:endParaRPr lang="en-US" sz="1400" b="1" spc="150" baseline="0" dirty="0">
            <a:latin typeface="+mj-lt"/>
          </a:endParaRPr>
        </a:p>
      </dgm:t>
    </dgm:pt>
    <dgm:pt modelId="{E8BCDC85-5068-44AB-BE80-6F723201C942}" type="parTrans" cxnId="{74962170-AC9B-41DC-994A-9D31FB221342}">
      <dgm:prSet/>
      <dgm:spPr/>
      <dgm:t>
        <a:bodyPr/>
        <a:lstStyle/>
        <a:p>
          <a:endParaRPr lang="en-IN"/>
        </a:p>
      </dgm:t>
    </dgm:pt>
    <dgm:pt modelId="{E3E5CD8F-6070-4074-B809-1BD86FD8B8D1}" type="sibTrans" cxnId="{74962170-AC9B-41DC-994A-9D31FB221342}">
      <dgm:prSet/>
      <dgm:spPr/>
      <dgm:t>
        <a:bodyPr/>
        <a:lstStyle/>
        <a:p>
          <a:endParaRPr lang="en-IN"/>
        </a:p>
      </dgm:t>
    </dgm:pt>
    <dgm:pt modelId="{22F93DB0-7A3B-4B14-8B39-1444E4DC6954}" type="pres">
      <dgm:prSet presAssocID="{1F3E83E7-6DCE-4436-981A-E809C09B5F88}" presName="CompostProcess" presStyleCnt="0">
        <dgm:presLayoutVars>
          <dgm:dir/>
          <dgm:resizeHandles val="exact"/>
        </dgm:presLayoutVars>
      </dgm:prSet>
      <dgm:spPr/>
    </dgm:pt>
    <dgm:pt modelId="{42FA9278-8FC4-48FE-AF00-4F6B480F1FAB}" type="pres">
      <dgm:prSet presAssocID="{1F3E83E7-6DCE-4436-981A-E809C09B5F88}" presName="arrow" presStyleLbl="bgShp" presStyleIdx="0" presStyleCnt="1"/>
      <dgm:spPr/>
    </dgm:pt>
    <dgm:pt modelId="{BB399C7A-E435-40C4-83E4-7C2FBCF6E8B4}" type="pres">
      <dgm:prSet presAssocID="{1F3E83E7-6DCE-4436-981A-E809C09B5F88}" presName="linearProcess" presStyleCnt="0"/>
      <dgm:spPr/>
    </dgm:pt>
    <dgm:pt modelId="{2DD01E34-ACAD-49CF-AAA0-7B97393A581B}" type="pres">
      <dgm:prSet presAssocID="{5E6EC551-1F12-4D85-8594-32D65A43EAA7}" presName="textNode" presStyleLbl="node1" presStyleIdx="0" presStyleCnt="6">
        <dgm:presLayoutVars>
          <dgm:bulletEnabled val="1"/>
        </dgm:presLayoutVars>
      </dgm:prSet>
      <dgm:spPr/>
    </dgm:pt>
    <dgm:pt modelId="{0F927A1F-C290-44A3-A869-3640BA3E7F7D}" type="pres">
      <dgm:prSet presAssocID="{F86404D2-473F-41AC-B422-847F113BEE24}" presName="sibTrans" presStyleCnt="0"/>
      <dgm:spPr/>
    </dgm:pt>
    <dgm:pt modelId="{03CF62BA-FD4E-435E-9A88-F8B98B6AA54F}" type="pres">
      <dgm:prSet presAssocID="{ADA2E621-790F-4BE3-8054-DAC0B573D63F}" presName="textNode" presStyleLbl="node1" presStyleIdx="1" presStyleCnt="6">
        <dgm:presLayoutVars>
          <dgm:bulletEnabled val="1"/>
        </dgm:presLayoutVars>
      </dgm:prSet>
      <dgm:spPr/>
    </dgm:pt>
    <dgm:pt modelId="{3FDC4D3C-F27C-4A13-BB5D-689667326A09}" type="pres">
      <dgm:prSet presAssocID="{665F693B-E732-4987-808F-10400DDB0FA6}" presName="sibTrans" presStyleCnt="0"/>
      <dgm:spPr/>
    </dgm:pt>
    <dgm:pt modelId="{E2F68472-38BE-484C-ACBF-BF2BBCBD2BC3}" type="pres">
      <dgm:prSet presAssocID="{A679DE4F-A77F-44B3-A736-BDB514EFFDCB}" presName="textNode" presStyleLbl="node1" presStyleIdx="2" presStyleCnt="6">
        <dgm:presLayoutVars>
          <dgm:bulletEnabled val="1"/>
        </dgm:presLayoutVars>
      </dgm:prSet>
      <dgm:spPr/>
    </dgm:pt>
    <dgm:pt modelId="{08C41D1A-948E-4DB7-B575-D4CB475CDE1C}" type="pres">
      <dgm:prSet presAssocID="{60DA2A5E-4A7A-4F5D-A408-84E49F2D9802}" presName="sibTrans" presStyleCnt="0"/>
      <dgm:spPr/>
    </dgm:pt>
    <dgm:pt modelId="{6C0C99AE-604B-481A-8722-F142C5432A93}" type="pres">
      <dgm:prSet presAssocID="{1AEB3D0C-28A2-46F4-BC59-EFA1E5720C65}" presName="textNode" presStyleLbl="node1" presStyleIdx="3" presStyleCnt="6">
        <dgm:presLayoutVars>
          <dgm:bulletEnabled val="1"/>
        </dgm:presLayoutVars>
      </dgm:prSet>
      <dgm:spPr/>
    </dgm:pt>
    <dgm:pt modelId="{81819712-70C1-4F29-ACBF-9EE8FBB2B9DF}" type="pres">
      <dgm:prSet presAssocID="{C222C688-2467-4CA7-AFF5-BD243825A180}" presName="sibTrans" presStyleCnt="0"/>
      <dgm:spPr/>
    </dgm:pt>
    <dgm:pt modelId="{DB28AF9E-701E-4F1D-AB3A-F7FAF2961E53}" type="pres">
      <dgm:prSet presAssocID="{6287C379-0444-404E-ABFD-64EA5435F53E}" presName="textNode" presStyleLbl="node1" presStyleIdx="4" presStyleCnt="6">
        <dgm:presLayoutVars>
          <dgm:bulletEnabled val="1"/>
        </dgm:presLayoutVars>
      </dgm:prSet>
      <dgm:spPr/>
    </dgm:pt>
    <dgm:pt modelId="{E144AC4E-34EE-4F39-A250-1AB075888F08}" type="pres">
      <dgm:prSet presAssocID="{58BEBA58-C77C-426A-A617-A1D3A903CED3}" presName="sibTrans" presStyleCnt="0"/>
      <dgm:spPr/>
    </dgm:pt>
    <dgm:pt modelId="{B7584BDD-9ED1-4B01-8E11-E6421811FFBC}" type="pres">
      <dgm:prSet presAssocID="{62C49B4D-3E15-4F25-9449-AD51978D9BBA}" presName="textNode" presStyleLbl="node1" presStyleIdx="5" presStyleCnt="6">
        <dgm:presLayoutVars>
          <dgm:bulletEnabled val="1"/>
        </dgm:presLayoutVars>
      </dgm:prSet>
      <dgm:spPr/>
    </dgm:pt>
  </dgm:ptLst>
  <dgm:cxnLst>
    <dgm:cxn modelId="{C98FC35B-B903-4469-B0EA-E53842383AE4}" srcId="{1F3E83E7-6DCE-4436-981A-E809C09B5F88}" destId="{5E6EC551-1F12-4D85-8594-32D65A43EAA7}" srcOrd="0" destOrd="0" parTransId="{2B800405-3484-48DE-A9FF-E863C37817FF}" sibTransId="{F86404D2-473F-41AC-B422-847F113BEE24}"/>
    <dgm:cxn modelId="{0AEB2164-EBC2-41A1-A90D-C5252BD1E9B5}" srcId="{1F3E83E7-6DCE-4436-981A-E809C09B5F88}" destId="{1AEB3D0C-28A2-46F4-BC59-EFA1E5720C65}" srcOrd="3" destOrd="0" parTransId="{4F7C5B13-CB47-4CAC-9E71-B0059ECBB71A}" sibTransId="{C222C688-2467-4CA7-AFF5-BD243825A180}"/>
    <dgm:cxn modelId="{B8043246-0EA9-4DF3-B961-B1C2DDF40AF8}" type="presOf" srcId="{1AEB3D0C-28A2-46F4-BC59-EFA1E5720C65}" destId="{6C0C99AE-604B-481A-8722-F142C5432A93}" srcOrd="0" destOrd="0" presId="urn:microsoft.com/office/officeart/2005/8/layout/hProcess9"/>
    <dgm:cxn modelId="{74962170-AC9B-41DC-994A-9D31FB221342}" srcId="{1F3E83E7-6DCE-4436-981A-E809C09B5F88}" destId="{62C49B4D-3E15-4F25-9449-AD51978D9BBA}" srcOrd="5" destOrd="0" parTransId="{E8BCDC85-5068-44AB-BE80-6F723201C942}" sibTransId="{E3E5CD8F-6070-4074-B809-1BD86FD8B8D1}"/>
    <dgm:cxn modelId="{9C935770-8171-417F-961B-15648D5A7BE2}" srcId="{1F3E83E7-6DCE-4436-981A-E809C09B5F88}" destId="{6287C379-0444-404E-ABFD-64EA5435F53E}" srcOrd="4" destOrd="0" parTransId="{4A9C9742-1ED6-4278-B515-F2C1DB9BFDF5}" sibTransId="{58BEBA58-C77C-426A-A617-A1D3A903CED3}"/>
    <dgm:cxn modelId="{7902B277-78AE-40B1-96B5-2D08F8BC870F}" type="presOf" srcId="{1F3E83E7-6DCE-4436-981A-E809C09B5F88}" destId="{22F93DB0-7A3B-4B14-8B39-1444E4DC6954}" srcOrd="0" destOrd="0" presId="urn:microsoft.com/office/officeart/2005/8/layout/hProcess9"/>
    <dgm:cxn modelId="{D0F90C94-BD77-4595-A386-3F6CAC487AFA}" type="presOf" srcId="{6287C379-0444-404E-ABFD-64EA5435F53E}" destId="{DB28AF9E-701E-4F1D-AB3A-F7FAF2961E53}" srcOrd="0" destOrd="0" presId="urn:microsoft.com/office/officeart/2005/8/layout/hProcess9"/>
    <dgm:cxn modelId="{D29107B7-3B85-4FA7-A4E9-CF0A5FF72097}" type="presOf" srcId="{ADA2E621-790F-4BE3-8054-DAC0B573D63F}" destId="{03CF62BA-FD4E-435E-9A88-F8B98B6AA54F}" srcOrd="0" destOrd="0" presId="urn:microsoft.com/office/officeart/2005/8/layout/hProcess9"/>
    <dgm:cxn modelId="{38C7BDD1-A779-4BB9-86F8-97B03A25A4B2}" srcId="{1F3E83E7-6DCE-4436-981A-E809C09B5F88}" destId="{ADA2E621-790F-4BE3-8054-DAC0B573D63F}" srcOrd="1" destOrd="0" parTransId="{66765958-1B52-4BED-8BB0-2F8A454626F1}" sibTransId="{665F693B-E732-4987-808F-10400DDB0FA6}"/>
    <dgm:cxn modelId="{08511DDD-DAB0-4D9D-80AC-C8CDE58A2BCB}" type="presOf" srcId="{A679DE4F-A77F-44B3-A736-BDB514EFFDCB}" destId="{E2F68472-38BE-484C-ACBF-BF2BBCBD2BC3}" srcOrd="0" destOrd="0" presId="urn:microsoft.com/office/officeart/2005/8/layout/hProcess9"/>
    <dgm:cxn modelId="{0EAFB1E1-120A-41D0-9748-2EBE49778BDF}" srcId="{1F3E83E7-6DCE-4436-981A-E809C09B5F88}" destId="{A679DE4F-A77F-44B3-A736-BDB514EFFDCB}" srcOrd="2" destOrd="0" parTransId="{AF5DE307-1CE2-4B05-9842-EADC76BFF89D}" sibTransId="{60DA2A5E-4A7A-4F5D-A408-84E49F2D9802}"/>
    <dgm:cxn modelId="{CF5467E6-1A67-4298-B8EA-48AADE813FFF}" type="presOf" srcId="{62C49B4D-3E15-4F25-9449-AD51978D9BBA}" destId="{B7584BDD-9ED1-4B01-8E11-E6421811FFBC}" srcOrd="0" destOrd="0" presId="urn:microsoft.com/office/officeart/2005/8/layout/hProcess9"/>
    <dgm:cxn modelId="{C259F5EF-7378-4A98-8510-CC90F33D2B52}" type="presOf" srcId="{5E6EC551-1F12-4D85-8594-32D65A43EAA7}" destId="{2DD01E34-ACAD-49CF-AAA0-7B97393A581B}" srcOrd="0" destOrd="0" presId="urn:microsoft.com/office/officeart/2005/8/layout/hProcess9"/>
    <dgm:cxn modelId="{3591E1B1-D0E5-49A9-86A7-86403834C734}" type="presParOf" srcId="{22F93DB0-7A3B-4B14-8B39-1444E4DC6954}" destId="{42FA9278-8FC4-48FE-AF00-4F6B480F1FAB}" srcOrd="0" destOrd="0" presId="urn:microsoft.com/office/officeart/2005/8/layout/hProcess9"/>
    <dgm:cxn modelId="{5CC89F38-9A1F-4261-AD81-4841B84927F7}" type="presParOf" srcId="{22F93DB0-7A3B-4B14-8B39-1444E4DC6954}" destId="{BB399C7A-E435-40C4-83E4-7C2FBCF6E8B4}" srcOrd="1" destOrd="0" presId="urn:microsoft.com/office/officeart/2005/8/layout/hProcess9"/>
    <dgm:cxn modelId="{343259A0-B8D1-4355-B140-C850887BACE7}" type="presParOf" srcId="{BB399C7A-E435-40C4-83E4-7C2FBCF6E8B4}" destId="{2DD01E34-ACAD-49CF-AAA0-7B97393A581B}" srcOrd="0" destOrd="0" presId="urn:microsoft.com/office/officeart/2005/8/layout/hProcess9"/>
    <dgm:cxn modelId="{911AD098-EE04-4D88-B89B-7BE217917E02}" type="presParOf" srcId="{BB399C7A-E435-40C4-83E4-7C2FBCF6E8B4}" destId="{0F927A1F-C290-44A3-A869-3640BA3E7F7D}" srcOrd="1" destOrd="0" presId="urn:microsoft.com/office/officeart/2005/8/layout/hProcess9"/>
    <dgm:cxn modelId="{B28EA6B7-89E5-417E-BD6B-B03B2934E22B}" type="presParOf" srcId="{BB399C7A-E435-40C4-83E4-7C2FBCF6E8B4}" destId="{03CF62BA-FD4E-435E-9A88-F8B98B6AA54F}" srcOrd="2" destOrd="0" presId="urn:microsoft.com/office/officeart/2005/8/layout/hProcess9"/>
    <dgm:cxn modelId="{89E867F3-39DE-462D-810B-3006C2F6F7E7}" type="presParOf" srcId="{BB399C7A-E435-40C4-83E4-7C2FBCF6E8B4}" destId="{3FDC4D3C-F27C-4A13-BB5D-689667326A09}" srcOrd="3" destOrd="0" presId="urn:microsoft.com/office/officeart/2005/8/layout/hProcess9"/>
    <dgm:cxn modelId="{7503E357-C320-436B-A24D-FF21A0FF16A0}" type="presParOf" srcId="{BB399C7A-E435-40C4-83E4-7C2FBCF6E8B4}" destId="{E2F68472-38BE-484C-ACBF-BF2BBCBD2BC3}" srcOrd="4" destOrd="0" presId="urn:microsoft.com/office/officeart/2005/8/layout/hProcess9"/>
    <dgm:cxn modelId="{BB286AD4-C1FB-4D46-AB58-409299983AE3}" type="presParOf" srcId="{BB399C7A-E435-40C4-83E4-7C2FBCF6E8B4}" destId="{08C41D1A-948E-4DB7-B575-D4CB475CDE1C}" srcOrd="5" destOrd="0" presId="urn:microsoft.com/office/officeart/2005/8/layout/hProcess9"/>
    <dgm:cxn modelId="{D5256CF3-BC0E-4EC4-A53C-B3D562E7EF23}" type="presParOf" srcId="{BB399C7A-E435-40C4-83E4-7C2FBCF6E8B4}" destId="{6C0C99AE-604B-481A-8722-F142C5432A93}" srcOrd="6" destOrd="0" presId="urn:microsoft.com/office/officeart/2005/8/layout/hProcess9"/>
    <dgm:cxn modelId="{51AC1177-317B-4C3E-BB24-FA1894EB2CCC}" type="presParOf" srcId="{BB399C7A-E435-40C4-83E4-7C2FBCF6E8B4}" destId="{81819712-70C1-4F29-ACBF-9EE8FBB2B9DF}" srcOrd="7" destOrd="0" presId="urn:microsoft.com/office/officeart/2005/8/layout/hProcess9"/>
    <dgm:cxn modelId="{ABBCF630-4FFB-43AF-AAD5-8561687ABA27}" type="presParOf" srcId="{BB399C7A-E435-40C4-83E4-7C2FBCF6E8B4}" destId="{DB28AF9E-701E-4F1D-AB3A-F7FAF2961E53}" srcOrd="8" destOrd="0" presId="urn:microsoft.com/office/officeart/2005/8/layout/hProcess9"/>
    <dgm:cxn modelId="{1CD28AC2-8E3A-4193-B9C8-5E6EA9E10409}" type="presParOf" srcId="{BB399C7A-E435-40C4-83E4-7C2FBCF6E8B4}" destId="{E144AC4E-34EE-4F39-A250-1AB075888F08}" srcOrd="9" destOrd="0" presId="urn:microsoft.com/office/officeart/2005/8/layout/hProcess9"/>
    <dgm:cxn modelId="{780D466D-283E-4E81-B75E-DD9EDFAD0E03}" type="presParOf" srcId="{BB399C7A-E435-40C4-83E4-7C2FBCF6E8B4}" destId="{B7584BDD-9ED1-4B01-8E11-E6421811FFBC}"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A9278-8FC4-48FE-AF00-4F6B480F1FAB}">
      <dsp:nvSpPr>
        <dsp:cNvPr id="0" name=""/>
        <dsp:cNvSpPr/>
      </dsp:nvSpPr>
      <dsp:spPr>
        <a:xfrm>
          <a:off x="788669" y="0"/>
          <a:ext cx="8938260" cy="4848225"/>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D01E34-ACAD-49CF-AAA0-7B97393A581B}">
      <dsp:nvSpPr>
        <dsp:cNvPr id="0" name=""/>
        <dsp:cNvSpPr/>
      </dsp:nvSpPr>
      <dsp:spPr>
        <a:xfrm>
          <a:off x="128" y="1454467"/>
          <a:ext cx="1538830" cy="19392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i="0" kern="1200" dirty="0"/>
            <a:t>User Input</a:t>
          </a:r>
          <a:endParaRPr lang="en-US" sz="1400" b="1" kern="1200" spc="150" baseline="0" dirty="0">
            <a:latin typeface="+mj-lt"/>
          </a:endParaRPr>
        </a:p>
      </dsp:txBody>
      <dsp:txXfrm>
        <a:off x="75247" y="1529586"/>
        <a:ext cx="1388592" cy="1789052"/>
      </dsp:txXfrm>
    </dsp:sp>
    <dsp:sp modelId="{03CF62BA-FD4E-435E-9A88-F8B98B6AA54F}">
      <dsp:nvSpPr>
        <dsp:cNvPr id="0" name=""/>
        <dsp:cNvSpPr/>
      </dsp:nvSpPr>
      <dsp:spPr>
        <a:xfrm>
          <a:off x="1795430" y="1454467"/>
          <a:ext cx="1538830" cy="193929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i="0" kern="1200" dirty="0"/>
            <a:t>Preprocessing &amp; Encoding</a:t>
          </a:r>
          <a:endParaRPr lang="en-US" sz="1400" b="1" kern="1200" spc="150" baseline="0" dirty="0">
            <a:latin typeface="+mj-lt"/>
          </a:endParaRPr>
        </a:p>
      </dsp:txBody>
      <dsp:txXfrm>
        <a:off x="1870549" y="1529586"/>
        <a:ext cx="1388592" cy="1789052"/>
      </dsp:txXfrm>
    </dsp:sp>
    <dsp:sp modelId="{E2F68472-38BE-484C-ACBF-BF2BBCBD2BC3}">
      <dsp:nvSpPr>
        <dsp:cNvPr id="0" name=""/>
        <dsp:cNvSpPr/>
      </dsp:nvSpPr>
      <dsp:spPr>
        <a:xfrm>
          <a:off x="3590733" y="1454467"/>
          <a:ext cx="1538830" cy="193929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t>Feature Vector</a:t>
          </a:r>
          <a:r>
            <a:rPr lang="en-US" sz="1400" b="0" i="0" kern="1200" dirty="0"/>
            <a:t> </a:t>
          </a:r>
          <a:endParaRPr lang="en-US" sz="1400" b="1" kern="1200" spc="150" baseline="0" dirty="0">
            <a:latin typeface="+mj-lt"/>
          </a:endParaRPr>
        </a:p>
      </dsp:txBody>
      <dsp:txXfrm>
        <a:off x="3665852" y="1529586"/>
        <a:ext cx="1388592" cy="1789052"/>
      </dsp:txXfrm>
    </dsp:sp>
    <dsp:sp modelId="{6C0C99AE-604B-481A-8722-F142C5432A93}">
      <dsp:nvSpPr>
        <dsp:cNvPr id="0" name=""/>
        <dsp:cNvSpPr/>
      </dsp:nvSpPr>
      <dsp:spPr>
        <a:xfrm>
          <a:off x="5386035" y="1454467"/>
          <a:ext cx="1538830" cy="193929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i="0" kern="1200" dirty="0"/>
            <a:t>Trained Linear Model</a:t>
          </a:r>
          <a:endParaRPr lang="en-US" sz="1400" b="1" kern="1200" spc="150" baseline="0" dirty="0">
            <a:latin typeface="+mj-lt"/>
          </a:endParaRPr>
        </a:p>
      </dsp:txBody>
      <dsp:txXfrm>
        <a:off x="5461154" y="1529586"/>
        <a:ext cx="1388592" cy="1789052"/>
      </dsp:txXfrm>
    </dsp:sp>
    <dsp:sp modelId="{DB28AF9E-701E-4F1D-AB3A-F7FAF2961E53}">
      <dsp:nvSpPr>
        <dsp:cNvPr id="0" name=""/>
        <dsp:cNvSpPr/>
      </dsp:nvSpPr>
      <dsp:spPr>
        <a:xfrm>
          <a:off x="7181338" y="1454467"/>
          <a:ext cx="1538830" cy="193929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i="0" kern="1200" dirty="0"/>
            <a:t>Prediction &amp; Post-Processing</a:t>
          </a:r>
          <a:endParaRPr lang="en-US" sz="1400" b="1" kern="1200" spc="150" baseline="0" dirty="0">
            <a:latin typeface="+mj-lt"/>
          </a:endParaRPr>
        </a:p>
      </dsp:txBody>
      <dsp:txXfrm>
        <a:off x="7256457" y="1529586"/>
        <a:ext cx="1388592" cy="1789052"/>
      </dsp:txXfrm>
    </dsp:sp>
    <dsp:sp modelId="{B7584BDD-9ED1-4B01-8E11-E6421811FFBC}">
      <dsp:nvSpPr>
        <dsp:cNvPr id="0" name=""/>
        <dsp:cNvSpPr/>
      </dsp:nvSpPr>
      <dsp:spPr>
        <a:xfrm>
          <a:off x="8976640" y="1454467"/>
          <a:ext cx="1538830" cy="193929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1" i="0" kern="1200" dirty="0"/>
            <a:t>Output Display</a:t>
          </a:r>
          <a:r>
            <a:rPr lang="en-IN" sz="1400" b="0" i="0" kern="1200" dirty="0"/>
            <a:t> </a:t>
          </a:r>
          <a:endParaRPr lang="en-US" sz="1400" b="1" kern="1200" spc="150" baseline="0" dirty="0">
            <a:latin typeface="+mj-lt"/>
          </a:endParaRPr>
        </a:p>
      </dsp:txBody>
      <dsp:txXfrm>
        <a:off x="9051759" y="1529586"/>
        <a:ext cx="1388592" cy="17890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BB03A1-C24F-4AEB-9DD5-D5017ED06F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9CB5780-3D57-4E6A-BC9A-0C96CD05123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C77B77-5EE6-4093-AC8C-63883B0D4818}" type="datetimeFigureOut">
              <a:rPr lang="en-US" smtClean="0"/>
              <a:t>12/26/2025</a:t>
            </a:fld>
            <a:endParaRPr lang="en-US" dirty="0"/>
          </a:p>
        </p:txBody>
      </p:sp>
      <p:sp>
        <p:nvSpPr>
          <p:cNvPr id="4" name="Footer Placeholder 3">
            <a:extLst>
              <a:ext uri="{FF2B5EF4-FFF2-40B4-BE49-F238E27FC236}">
                <a16:creationId xmlns:a16="http://schemas.microsoft.com/office/drawing/2014/main" id="{AC363907-A416-496F-891A-9B09D46C50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E4685EE-62FF-4BE0-9742-02426CC68A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C5FDE1-B145-40CB-B667-FBD1AC713BA9}" type="slidenum">
              <a:rPr lang="en-US" smtClean="0"/>
              <a:t>‹#›</a:t>
            </a:fld>
            <a:endParaRPr lang="en-US" dirty="0"/>
          </a:p>
        </p:txBody>
      </p:sp>
    </p:spTree>
    <p:extLst>
      <p:ext uri="{BB962C8B-B14F-4D97-AF65-F5344CB8AC3E}">
        <p14:creationId xmlns:p14="http://schemas.microsoft.com/office/powerpoint/2010/main" val="15565114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E6DE8-1D09-4157-BE91-8AE8974945A2}" type="datetimeFigureOut">
              <a:rPr lang="en-US" smtClean="0"/>
              <a:t>12/26/2025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C198C-F94F-45D5-B9E3-B6FFB8BCAC79}" type="slidenum">
              <a:rPr lang="en-US" smtClean="0"/>
              <a:t>‹#›</a:t>
            </a:fld>
            <a:endParaRPr lang="en-US" dirty="0"/>
          </a:p>
        </p:txBody>
      </p:sp>
    </p:spTree>
    <p:extLst>
      <p:ext uri="{BB962C8B-B14F-4D97-AF65-F5344CB8AC3E}">
        <p14:creationId xmlns:p14="http://schemas.microsoft.com/office/powerpoint/2010/main" val="3494000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built a system that gives instant price estimates for Bangalore homes. Our big wins: </a:t>
            </a:r>
            <a:r>
              <a:rPr lang="en-US" sz="1200" b="1" i="0" kern="1200" dirty="0">
                <a:solidFill>
                  <a:schemeClr val="tx1"/>
                </a:solidFill>
                <a:effectLst/>
                <a:latin typeface="+mn-lt"/>
                <a:ea typeface="+mn-ea"/>
                <a:cs typeface="+mn-cs"/>
              </a:rPr>
              <a:t>85% accuracy</a:t>
            </a:r>
            <a:r>
              <a:rPr lang="en-US" sz="1200" b="0" i="0" kern="1200" dirty="0">
                <a:solidFill>
                  <a:schemeClr val="tx1"/>
                </a:solidFill>
                <a:effectLst/>
                <a:latin typeface="+mn-lt"/>
                <a:ea typeface="+mn-ea"/>
                <a:cs typeface="+mn-cs"/>
              </a:rPr>
              <a:t>, a super-clean dataset, and a ready-to-use app. The core value? </a:t>
            </a:r>
            <a:r>
              <a:rPr lang="en-US" sz="1200" b="1" i="0" kern="1200" dirty="0">
                <a:solidFill>
                  <a:schemeClr val="tx1"/>
                </a:solidFill>
                <a:effectLst/>
                <a:latin typeface="+mn-lt"/>
                <a:ea typeface="+mn-ea"/>
                <a:cs typeface="+mn-cs"/>
              </a:rPr>
              <a:t>Data-driven transparency</a:t>
            </a:r>
            <a:r>
              <a:rPr lang="en-US" sz="1200" b="0" i="0" kern="1200" dirty="0">
                <a:solidFill>
                  <a:schemeClr val="tx1"/>
                </a:solidFill>
                <a:effectLst/>
                <a:latin typeface="+mn-lt"/>
                <a:ea typeface="+mn-ea"/>
                <a:cs typeface="+mn-cs"/>
              </a:rPr>
              <a:t> for buyers, sellers, and agents."</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3</a:t>
            </a:fld>
            <a:endParaRPr lang="en-US" dirty="0"/>
          </a:p>
        </p:txBody>
      </p:sp>
    </p:spTree>
    <p:extLst>
      <p:ext uri="{BB962C8B-B14F-4D97-AF65-F5344CB8AC3E}">
        <p14:creationId xmlns:p14="http://schemas.microsoft.com/office/powerpoint/2010/main" val="2699656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started with messy listings: sizes like '2 BHK', areas like '1200-1800', and too many location names. This 'garbage' data would have made a bad model. Our first job was to clean it up."</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4</a:t>
            </a:fld>
            <a:endParaRPr lang="en-US" dirty="0"/>
          </a:p>
        </p:txBody>
      </p:sp>
    </p:spTree>
    <p:extLst>
      <p:ext uri="{BB962C8B-B14F-4D97-AF65-F5344CB8AC3E}">
        <p14:creationId xmlns:p14="http://schemas.microsoft.com/office/powerpoint/2010/main" val="1328727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didn't just use math; we used </a:t>
            </a:r>
            <a:r>
              <a:rPr lang="en-US" sz="1200" b="1" i="0" kern="1200" dirty="0">
                <a:solidFill>
                  <a:schemeClr val="tx1"/>
                </a:solidFill>
                <a:effectLst/>
                <a:latin typeface="+mn-lt"/>
                <a:ea typeface="+mn-ea"/>
                <a:cs typeface="+mn-cs"/>
              </a:rPr>
              <a:t>real estate rules</a:t>
            </a:r>
            <a:r>
              <a:rPr lang="en-US" sz="1200" b="0" i="0" kern="1200" dirty="0">
                <a:solidFill>
                  <a:schemeClr val="tx1"/>
                </a:solidFill>
                <a:effectLst/>
                <a:latin typeface="+mn-lt"/>
                <a:ea typeface="+mn-ea"/>
                <a:cs typeface="+mn-cs"/>
              </a:rPr>
              <a:t>. We enforced minimum space per bedroom and logical bathroom counts. This removed almost half the data as errors, but what remained was high-quality and trustworthy."</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5</a:t>
            </a:fld>
            <a:endParaRPr lang="en-US" dirty="0"/>
          </a:p>
        </p:txBody>
      </p:sp>
    </p:spTree>
    <p:extLst>
      <p:ext uri="{BB962C8B-B14F-4D97-AF65-F5344CB8AC3E}">
        <p14:creationId xmlns:p14="http://schemas.microsoft.com/office/powerpoint/2010/main" val="2546773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tested many advanced models. But look here—the simple </a:t>
            </a:r>
            <a:r>
              <a:rPr lang="en-US" sz="1200" b="1" i="0" kern="1200" dirty="0">
                <a:solidFill>
                  <a:schemeClr val="tx1"/>
                </a:solidFill>
                <a:effectLst/>
                <a:latin typeface="+mn-lt"/>
                <a:ea typeface="+mn-ea"/>
                <a:cs typeface="+mn-cs"/>
              </a:rPr>
              <a:t>Linear Regression model</a:t>
            </a:r>
            <a:r>
              <a:rPr lang="en-US" sz="1200" b="0" i="0" kern="1200" dirty="0">
                <a:solidFill>
                  <a:schemeClr val="tx1"/>
                </a:solidFill>
                <a:effectLst/>
                <a:latin typeface="+mn-lt"/>
                <a:ea typeface="+mn-ea"/>
                <a:cs typeface="+mn-cs"/>
              </a:rPr>
              <a:t> (green bar) won. It was more accurate than complex ones like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This chart shows the direct comparison."</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6</a:t>
            </a:fld>
            <a:endParaRPr lang="en-US" dirty="0"/>
          </a:p>
        </p:txBody>
      </p:sp>
    </p:spTree>
    <p:extLst>
      <p:ext uri="{BB962C8B-B14F-4D97-AF65-F5344CB8AC3E}">
        <p14:creationId xmlns:p14="http://schemas.microsoft.com/office/powerpoint/2010/main" val="656205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"Why did simple win? Because our </a:t>
            </a:r>
            <a:r>
              <a:rPr lang="en-US" sz="1200" b="1" i="0" kern="1200" dirty="0">
                <a:solidFill>
                  <a:schemeClr val="tx1"/>
                </a:solidFill>
                <a:effectLst/>
                <a:latin typeface="+mn-lt"/>
                <a:ea typeface="+mn-ea"/>
                <a:cs typeface="+mn-cs"/>
              </a:rPr>
              <a:t>cleaning was so effective</a:t>
            </a:r>
            <a:r>
              <a:rPr lang="en-US" sz="1200" b="0" i="0" kern="1200" dirty="0">
                <a:solidFill>
                  <a:schemeClr val="tx1"/>
                </a:solidFill>
                <a:effectLst/>
                <a:latin typeface="+mn-lt"/>
                <a:ea typeface="+mn-ea"/>
                <a:cs typeface="+mn-cs"/>
              </a:rPr>
              <a:t>. It revealed clear, linear patterns between features and price. This is great—it means our model is both </a:t>
            </a:r>
            <a:r>
              <a:rPr lang="en-US" sz="1200" b="1" i="0" kern="1200" dirty="0">
                <a:solidFill>
                  <a:schemeClr val="tx1"/>
                </a:solidFill>
                <a:effectLst/>
                <a:latin typeface="+mn-lt"/>
                <a:ea typeface="+mn-ea"/>
                <a:cs typeface="+mn-cs"/>
              </a:rPr>
              <a:t>accurate and easy to understand</a:t>
            </a:r>
            <a:r>
              <a:rPr lang="en-US" sz="1200" b="0" i="0" kern="1200" dirty="0">
                <a:solidFill>
                  <a:schemeClr val="tx1"/>
                </a:solidFill>
                <a:effectLst/>
                <a:latin typeface="+mn-lt"/>
                <a:ea typeface="+mn-ea"/>
                <a:cs typeface="+mn-cs"/>
              </a:rPr>
              <a:t>."</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7</a:t>
            </a:fld>
            <a:endParaRPr lang="en-US" dirty="0"/>
          </a:p>
        </p:txBody>
      </p:sp>
    </p:spTree>
    <p:extLst>
      <p:ext uri="{BB962C8B-B14F-4D97-AF65-F5344CB8AC3E}">
        <p14:creationId xmlns:p14="http://schemas.microsoft.com/office/powerpoint/2010/main" val="2609913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how it works for a user: 1) They choose inputs in the app. 2) The system encodes them like the model expects. 3) The model predicts. 4) We add market insights (like 'Premium location'). It takes less than 2 seconds."</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8</a:t>
            </a:fld>
            <a:endParaRPr lang="en-US" dirty="0"/>
          </a:p>
        </p:txBody>
      </p:sp>
    </p:spTree>
    <p:extLst>
      <p:ext uri="{BB962C8B-B14F-4D97-AF65-F5344CB8AC3E}">
        <p14:creationId xmlns:p14="http://schemas.microsoft.com/office/powerpoint/2010/main" val="1902123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app is live and ready. It's also built to grow. We can </a:t>
            </a:r>
            <a:r>
              <a:rPr lang="en-US" sz="1200" b="1" i="0" kern="1200" dirty="0">
                <a:solidFill>
                  <a:schemeClr val="tx1"/>
                </a:solidFill>
                <a:effectLst/>
                <a:latin typeface="+mn-lt"/>
                <a:ea typeface="+mn-ea"/>
                <a:cs typeface="+mn-cs"/>
              </a:rPr>
              <a:t>add new cities</a:t>
            </a:r>
            <a:r>
              <a:rPr lang="en-US" sz="1200" b="0" i="0" kern="1200" dirty="0">
                <a:solidFill>
                  <a:schemeClr val="tx1"/>
                </a:solidFill>
                <a:effectLst/>
                <a:latin typeface="+mn-lt"/>
                <a:ea typeface="+mn-ea"/>
                <a:cs typeface="+mn-cs"/>
              </a:rPr>
              <a:t> with the same pipeline or </a:t>
            </a:r>
            <a:r>
              <a:rPr lang="en-US" sz="1200" b="1" i="0" kern="1200" dirty="0">
                <a:solidFill>
                  <a:schemeClr val="tx1"/>
                </a:solidFill>
                <a:effectLst/>
                <a:latin typeface="+mn-lt"/>
                <a:ea typeface="+mn-ea"/>
                <a:cs typeface="+mn-cs"/>
              </a:rPr>
              <a:t>new features</a:t>
            </a:r>
            <a:r>
              <a:rPr lang="en-US" sz="1200" b="0" i="0" kern="1200" dirty="0">
                <a:solidFill>
                  <a:schemeClr val="tx1"/>
                </a:solidFill>
                <a:effectLst/>
                <a:latin typeface="+mn-lt"/>
                <a:ea typeface="+mn-ea"/>
                <a:cs typeface="+mn-cs"/>
              </a:rPr>
              <a:t> like amenities. The foundation is strong for future expansion."</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9</a:t>
            </a:fld>
            <a:endParaRPr lang="en-US" dirty="0"/>
          </a:p>
        </p:txBody>
      </p:sp>
    </p:spTree>
    <p:extLst>
      <p:ext uri="{BB962C8B-B14F-4D97-AF65-F5344CB8AC3E}">
        <p14:creationId xmlns:p14="http://schemas.microsoft.com/office/powerpoint/2010/main" val="3799941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wrap up: We delivered a </a:t>
            </a:r>
            <a:r>
              <a:rPr lang="en-US" sz="1200" b="1" i="0" kern="1200" dirty="0">
                <a:solidFill>
                  <a:schemeClr val="tx1"/>
                </a:solidFill>
                <a:effectLst/>
                <a:latin typeface="+mn-lt"/>
                <a:ea typeface="+mn-ea"/>
                <a:cs typeface="+mn-cs"/>
              </a:rPr>
              <a:t>practical tool</a:t>
            </a:r>
            <a:r>
              <a:rPr lang="en-US" sz="1200" b="0" i="0" kern="1200" dirty="0">
                <a:solidFill>
                  <a:schemeClr val="tx1"/>
                </a:solidFill>
                <a:effectLst/>
                <a:latin typeface="+mn-lt"/>
                <a:ea typeface="+mn-ea"/>
                <a:cs typeface="+mn-cs"/>
              </a:rPr>
              <a:t>, not just an experiment. Our key innovation was putting </a:t>
            </a:r>
            <a:r>
              <a:rPr lang="en-US" sz="1200" b="1" i="0" kern="1200" dirty="0">
                <a:solidFill>
                  <a:schemeClr val="tx1"/>
                </a:solidFill>
                <a:effectLst/>
                <a:latin typeface="+mn-lt"/>
                <a:ea typeface="+mn-ea"/>
                <a:cs typeface="+mn-cs"/>
              </a:rPr>
              <a:t>real estate knowledge first</a:t>
            </a:r>
            <a:r>
              <a:rPr lang="en-US" sz="1200" b="0" i="0" kern="1200" dirty="0">
                <a:solidFill>
                  <a:schemeClr val="tx1"/>
                </a:solidFill>
                <a:effectLst/>
                <a:latin typeface="+mn-lt"/>
                <a:ea typeface="+mn-ea"/>
                <a:cs typeface="+mn-cs"/>
              </a:rPr>
              <a:t>. The result is a reliable, explainable AI solution that anyone can use to make better property decisions."</a:t>
            </a:r>
            <a:endParaRPr lang="en-IN" dirty="0"/>
          </a:p>
        </p:txBody>
      </p:sp>
      <p:sp>
        <p:nvSpPr>
          <p:cNvPr id="4" name="Slide Number Placeholder 3"/>
          <p:cNvSpPr>
            <a:spLocks noGrp="1"/>
          </p:cNvSpPr>
          <p:nvPr>
            <p:ph type="sldNum" sz="quarter" idx="5"/>
          </p:nvPr>
        </p:nvSpPr>
        <p:spPr/>
        <p:txBody>
          <a:bodyPr/>
          <a:lstStyle/>
          <a:p>
            <a:fld id="{CC5C198C-F94F-45D5-B9E3-B6FFB8BCAC79}" type="slidenum">
              <a:rPr lang="en-US" smtClean="0"/>
              <a:t>10</a:t>
            </a:fld>
            <a:endParaRPr lang="en-US" dirty="0"/>
          </a:p>
        </p:txBody>
      </p:sp>
    </p:spTree>
    <p:extLst>
      <p:ext uri="{BB962C8B-B14F-4D97-AF65-F5344CB8AC3E}">
        <p14:creationId xmlns:p14="http://schemas.microsoft.com/office/powerpoint/2010/main" val="3896500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E96E83-048C-4132-9ABC-E5A0C22DA94E}"/>
              </a:ext>
              <a:ext uri="{C183D7F6-B498-43B3-948B-1728B52AA6E4}">
                <adec:decorative xmlns:adec="http://schemas.microsoft.com/office/drawing/2017/decorative" val="1"/>
              </a:ext>
            </a:extLst>
          </p:cNvPr>
          <p:cNvSpPr/>
          <p:nvPr userDrawn="1"/>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useBgFill="1">
        <p:nvSpPr>
          <p:cNvPr id="11" name="Rectangle 10">
            <a:extLst>
              <a:ext uri="{FF2B5EF4-FFF2-40B4-BE49-F238E27FC236}">
                <a16:creationId xmlns:a16="http://schemas.microsoft.com/office/drawing/2014/main" id="{3E498F49-BE12-4A88-909F-4B988B236ED7}"/>
              </a:ext>
              <a:ext uri="{C183D7F6-B498-43B3-948B-1728B52AA6E4}">
                <adec:decorative xmlns:adec="http://schemas.microsoft.com/office/drawing/2017/decorative" val="1"/>
              </a:ext>
            </a:extLst>
          </p:cNvPr>
          <p:cNvSpPr/>
          <p:nvPr userDrawn="1"/>
        </p:nvSpPr>
        <p:spPr>
          <a:xfrm>
            <a:off x="1524" y="0"/>
            <a:ext cx="12188952" cy="68580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useBgFill="1">
        <p:nvSpPr>
          <p:cNvPr id="13" name="Rectangle 12">
            <a:extLst>
              <a:ext uri="{FF2B5EF4-FFF2-40B4-BE49-F238E27FC236}">
                <a16:creationId xmlns:a16="http://schemas.microsoft.com/office/drawing/2014/main" id="{B60267AE-9C0D-4634-B312-C6DD54710776}"/>
              </a:ext>
              <a:ext uri="{C183D7F6-B498-43B3-948B-1728B52AA6E4}">
                <adec:decorative xmlns:adec="http://schemas.microsoft.com/office/drawing/2017/decorative" val="1"/>
              </a:ext>
            </a:extLst>
          </p:cNvPr>
          <p:cNvSpPr/>
          <p:nvPr userDrawn="1"/>
        </p:nvSpPr>
        <p:spPr>
          <a:xfrm>
            <a:off x="5441003" y="640080"/>
            <a:ext cx="6111585" cy="55778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 name="Title 1">
            <a:extLst>
              <a:ext uri="{FF2B5EF4-FFF2-40B4-BE49-F238E27FC236}">
                <a16:creationId xmlns:a16="http://schemas.microsoft.com/office/drawing/2014/main" id="{04BECD51-9119-4996-B4FC-2AD4321646BC}"/>
              </a:ext>
            </a:extLst>
          </p:cNvPr>
          <p:cNvSpPr>
            <a:spLocks noGrp="1"/>
          </p:cNvSpPr>
          <p:nvPr>
            <p:ph type="title" hasCustomPrompt="1"/>
          </p:nvPr>
        </p:nvSpPr>
        <p:spPr>
          <a:xfrm>
            <a:off x="5937594" y="1328058"/>
            <a:ext cx="5096630" cy="3378338"/>
          </a:xfrm>
        </p:spPr>
        <p:txBody>
          <a:bodyPr anchor="b">
            <a:normAutofit/>
          </a:bodyPr>
          <a:lstStyle>
            <a:lvl1pPr>
              <a:defRPr sz="5400" baseline="0"/>
            </a:lvl1pPr>
          </a:lstStyle>
          <a:p>
            <a:r>
              <a:rPr lang="en-US" dirty="0"/>
              <a:t>Click to add title</a:t>
            </a:r>
          </a:p>
        </p:txBody>
      </p:sp>
      <p:sp>
        <p:nvSpPr>
          <p:cNvPr id="20" name="Picture Placeholder 18">
            <a:extLst>
              <a:ext uri="{FF2B5EF4-FFF2-40B4-BE49-F238E27FC236}">
                <a16:creationId xmlns:a16="http://schemas.microsoft.com/office/drawing/2014/main" id="{956F6DB6-D6E1-4A50-9114-8601DF942196}"/>
              </a:ext>
            </a:extLst>
          </p:cNvPr>
          <p:cNvSpPr>
            <a:spLocks noGrp="1"/>
          </p:cNvSpPr>
          <p:nvPr>
            <p:ph type="pic" sz="quarter" idx="13" hasCustomPrompt="1"/>
          </p:nvPr>
        </p:nvSpPr>
        <p:spPr>
          <a:xfrm>
            <a:off x="639763" y="635000"/>
            <a:ext cx="4800600" cy="5578475"/>
          </a:xfrm>
        </p:spPr>
        <p:txBody>
          <a:bodyPr/>
          <a:lstStyle>
            <a:lvl1pPr algn="ctr">
              <a:defRPr/>
            </a:lvl1pPr>
          </a:lstStyle>
          <a:p>
            <a:r>
              <a:rPr lang="en-US" dirty="0"/>
              <a:t>Click to add photo</a:t>
            </a:r>
          </a:p>
        </p:txBody>
      </p:sp>
      <p:sp>
        <p:nvSpPr>
          <p:cNvPr id="26" name="Text Placeholder 24">
            <a:extLst>
              <a:ext uri="{FF2B5EF4-FFF2-40B4-BE49-F238E27FC236}">
                <a16:creationId xmlns:a16="http://schemas.microsoft.com/office/drawing/2014/main" id="{5381B5BB-CEA3-436C-8A43-C3C4889F11C4}"/>
              </a:ext>
            </a:extLst>
          </p:cNvPr>
          <p:cNvSpPr>
            <a:spLocks noGrp="1"/>
          </p:cNvSpPr>
          <p:nvPr>
            <p:ph type="body" sz="quarter" idx="15" hasCustomPrompt="1"/>
          </p:nvPr>
        </p:nvSpPr>
        <p:spPr>
          <a:xfrm>
            <a:off x="5948480" y="4668045"/>
            <a:ext cx="5096630" cy="1000125"/>
          </a:xfrm>
        </p:spPr>
        <p:txBody>
          <a:bodyPr>
            <a:noAutofit/>
          </a:bodyPr>
          <a:lstStyle>
            <a:lvl1pPr>
              <a:defRPr sz="2400" b="0" cap="all" spc="600" baseline="0"/>
            </a:lvl1pPr>
          </a:lstStyle>
          <a:p>
            <a:pPr lvl="0"/>
            <a:r>
              <a:rPr lang="en-US" dirty="0"/>
              <a:t>Click to add subtitle</a:t>
            </a:r>
          </a:p>
        </p:txBody>
      </p:sp>
    </p:spTree>
    <p:extLst>
      <p:ext uri="{BB962C8B-B14F-4D97-AF65-F5344CB8AC3E}">
        <p14:creationId xmlns:p14="http://schemas.microsoft.com/office/powerpoint/2010/main" val="3851443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FFFAE35-BD0D-4D19-892D-36475DD52893}"/>
              </a:ext>
              <a:ext uri="{C183D7F6-B498-43B3-948B-1728B52AA6E4}">
                <adec:decorative xmlns:adec="http://schemas.microsoft.com/office/drawing/2017/decorative" val="1"/>
              </a:ext>
            </a:extLst>
          </p:cNvPr>
          <p:cNvSpPr/>
          <p:nvPr userDrawn="1"/>
        </p:nvSpPr>
        <p:spPr>
          <a:xfrm>
            <a:off x="4063656" y="0"/>
            <a:ext cx="8128343"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2" name="Picture Placeholder 18">
            <a:extLst>
              <a:ext uri="{FF2B5EF4-FFF2-40B4-BE49-F238E27FC236}">
                <a16:creationId xmlns:a16="http://schemas.microsoft.com/office/drawing/2014/main" id="{FE2031E3-F975-4AFF-B76E-6BB46A2D3485}"/>
              </a:ext>
            </a:extLst>
          </p:cNvPr>
          <p:cNvSpPr>
            <a:spLocks noGrp="1"/>
          </p:cNvSpPr>
          <p:nvPr>
            <p:ph type="pic" sz="quarter" idx="14" hasCustomPrompt="1"/>
          </p:nvPr>
        </p:nvSpPr>
        <p:spPr>
          <a:xfrm>
            <a:off x="3090671" y="0"/>
            <a:ext cx="3000249" cy="3382963"/>
          </a:xfrm>
          <a:custGeom>
            <a:avLst/>
            <a:gdLst>
              <a:gd name="connsiteX0" fmla="*/ 0 w 2999232"/>
              <a:gd name="connsiteY0" fmla="*/ 0 h 3382963"/>
              <a:gd name="connsiteX1" fmla="*/ 2999232 w 2999232"/>
              <a:gd name="connsiteY1" fmla="*/ 0 h 3382963"/>
              <a:gd name="connsiteX2" fmla="*/ 2999232 w 2999232"/>
              <a:gd name="connsiteY2" fmla="*/ 3382963 h 3382963"/>
              <a:gd name="connsiteX3" fmla="*/ 0 w 2999232"/>
              <a:gd name="connsiteY3" fmla="*/ 3382963 h 3382963"/>
              <a:gd name="connsiteX4" fmla="*/ 0 w 2999232"/>
              <a:gd name="connsiteY4" fmla="*/ 0 h 3382963"/>
              <a:gd name="connsiteX0" fmla="*/ 0 w 2999232"/>
              <a:gd name="connsiteY0" fmla="*/ 0 h 3382963"/>
              <a:gd name="connsiteX1" fmla="*/ 968249 w 2999232"/>
              <a:gd name="connsiteY1" fmla="*/ 0 h 3382963"/>
              <a:gd name="connsiteX2" fmla="*/ 2999232 w 2999232"/>
              <a:gd name="connsiteY2" fmla="*/ 0 h 3382963"/>
              <a:gd name="connsiteX3" fmla="*/ 2999232 w 2999232"/>
              <a:gd name="connsiteY3" fmla="*/ 3382963 h 3382963"/>
              <a:gd name="connsiteX4" fmla="*/ 0 w 2999232"/>
              <a:gd name="connsiteY4" fmla="*/ 3382963 h 3382963"/>
              <a:gd name="connsiteX5" fmla="*/ 0 w 2999232"/>
              <a:gd name="connsiteY5" fmla="*/ 0 h 3382963"/>
              <a:gd name="connsiteX0" fmla="*/ 0 w 3000249"/>
              <a:gd name="connsiteY0" fmla="*/ 0 h 3382963"/>
              <a:gd name="connsiteX1" fmla="*/ 968249 w 3000249"/>
              <a:gd name="connsiteY1" fmla="*/ 0 h 3382963"/>
              <a:gd name="connsiteX2" fmla="*/ 2999232 w 3000249"/>
              <a:gd name="connsiteY2" fmla="*/ 0 h 3382963"/>
              <a:gd name="connsiteX3" fmla="*/ 3000249 w 3000249"/>
              <a:gd name="connsiteY3" fmla="*/ 27432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74320 h 3382963"/>
              <a:gd name="connsiteX3" fmla="*/ 3000249 w 3000249"/>
              <a:gd name="connsiteY3" fmla="*/ 27432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7432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51992 w 3000249"/>
              <a:gd name="connsiteY2" fmla="*/ 28448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8448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0249" h="3382963">
                <a:moveTo>
                  <a:pt x="0" y="0"/>
                </a:moveTo>
                <a:lnTo>
                  <a:pt x="968249" y="0"/>
                </a:lnTo>
                <a:lnTo>
                  <a:pt x="967232" y="284480"/>
                </a:lnTo>
                <a:lnTo>
                  <a:pt x="3000249" y="284480"/>
                </a:lnTo>
                <a:lnTo>
                  <a:pt x="2999232" y="3382963"/>
                </a:lnTo>
                <a:lnTo>
                  <a:pt x="0" y="3382963"/>
                </a:lnTo>
                <a:lnTo>
                  <a:pt x="0" y="0"/>
                </a:lnTo>
                <a:close/>
              </a:path>
            </a:pathLst>
          </a:custGeom>
        </p:spPr>
        <p:txBody>
          <a:bodyPr/>
          <a:lstStyle>
            <a:lvl1pPr algn="ctr">
              <a:defRPr/>
            </a:lvl1pPr>
          </a:lstStyle>
          <a:p>
            <a:r>
              <a:rPr lang="en-US" dirty="0"/>
              <a:t>Click to add photo</a:t>
            </a:r>
          </a:p>
        </p:txBody>
      </p:sp>
      <p:sp>
        <p:nvSpPr>
          <p:cNvPr id="12" name="Title 1">
            <a:extLst>
              <a:ext uri="{FF2B5EF4-FFF2-40B4-BE49-F238E27FC236}">
                <a16:creationId xmlns:a16="http://schemas.microsoft.com/office/drawing/2014/main" id="{F7610101-4EEB-48DF-A41F-DA38D737FAE7}"/>
              </a:ext>
            </a:extLst>
          </p:cNvPr>
          <p:cNvSpPr>
            <a:spLocks noGrp="1"/>
          </p:cNvSpPr>
          <p:nvPr>
            <p:ph type="title"/>
          </p:nvPr>
        </p:nvSpPr>
        <p:spPr>
          <a:xfrm>
            <a:off x="4063656" y="279792"/>
            <a:ext cx="7777824" cy="986304"/>
          </a:xfrm>
          <a:solidFill>
            <a:schemeClr val="bg2">
              <a:lumMod val="75000"/>
            </a:schemeClr>
          </a:solidFill>
        </p:spPr>
        <p:txBody>
          <a:bodyPr/>
          <a:lstStyle>
            <a:lvl1pPr marL="274320">
              <a:defRPr/>
            </a:lvl1pPr>
          </a:lstStyle>
          <a:p>
            <a:r>
              <a:rPr lang="en-US"/>
              <a:t>Click to edit Master title style</a:t>
            </a:r>
            <a:endParaRPr lang="en-US" dirty="0"/>
          </a:p>
        </p:txBody>
      </p:sp>
      <p:sp>
        <p:nvSpPr>
          <p:cNvPr id="21" name="Picture Placeholder 18">
            <a:extLst>
              <a:ext uri="{FF2B5EF4-FFF2-40B4-BE49-F238E27FC236}">
                <a16:creationId xmlns:a16="http://schemas.microsoft.com/office/drawing/2014/main" id="{564E749E-B27D-45B4-8E7A-53D8460AACCB}"/>
              </a:ext>
            </a:extLst>
          </p:cNvPr>
          <p:cNvSpPr>
            <a:spLocks noGrp="1"/>
          </p:cNvSpPr>
          <p:nvPr>
            <p:ph type="pic" sz="quarter" idx="13" hasCustomPrompt="1"/>
          </p:nvPr>
        </p:nvSpPr>
        <p:spPr>
          <a:xfrm>
            <a:off x="0" y="0"/>
            <a:ext cx="2997708" cy="3382963"/>
          </a:xfrm>
        </p:spPr>
        <p:txBody>
          <a:bodyPr/>
          <a:lstStyle>
            <a:lvl1pPr algn="ctr">
              <a:defRPr/>
            </a:lvl1pPr>
          </a:lstStyle>
          <a:p>
            <a:r>
              <a:rPr lang="en-US" dirty="0"/>
              <a:t>Click to add photo</a:t>
            </a:r>
          </a:p>
        </p:txBody>
      </p:sp>
      <p:sp>
        <p:nvSpPr>
          <p:cNvPr id="25" name="Picture Placeholder 23">
            <a:extLst>
              <a:ext uri="{FF2B5EF4-FFF2-40B4-BE49-F238E27FC236}">
                <a16:creationId xmlns:a16="http://schemas.microsoft.com/office/drawing/2014/main" id="{C8DE9984-911D-42E6-9467-9F53414894FF}"/>
              </a:ext>
            </a:extLst>
          </p:cNvPr>
          <p:cNvSpPr>
            <a:spLocks noGrp="1"/>
          </p:cNvSpPr>
          <p:nvPr>
            <p:ph type="pic" sz="quarter" idx="15" hasCustomPrompt="1"/>
          </p:nvPr>
        </p:nvSpPr>
        <p:spPr>
          <a:xfrm>
            <a:off x="0" y="3475038"/>
            <a:ext cx="6096000" cy="3382962"/>
          </a:xfrm>
        </p:spPr>
        <p:txBody>
          <a:bodyPr/>
          <a:lstStyle>
            <a:lvl1pPr algn="ctr">
              <a:defRPr/>
            </a:lvl1pPr>
          </a:lstStyle>
          <a:p>
            <a:r>
              <a:rPr lang="en-US" dirty="0"/>
              <a:t>Click to add photo</a:t>
            </a:r>
          </a:p>
        </p:txBody>
      </p:sp>
      <p:sp>
        <p:nvSpPr>
          <p:cNvPr id="14" name="Content Placeholder 2">
            <a:extLst>
              <a:ext uri="{FF2B5EF4-FFF2-40B4-BE49-F238E27FC236}">
                <a16:creationId xmlns:a16="http://schemas.microsoft.com/office/drawing/2014/main" id="{1F2F1F63-2333-48C5-BEEE-7FFCA14364F5}"/>
              </a:ext>
            </a:extLst>
          </p:cNvPr>
          <p:cNvSpPr>
            <a:spLocks noGrp="1"/>
          </p:cNvSpPr>
          <p:nvPr>
            <p:ph idx="1"/>
          </p:nvPr>
        </p:nvSpPr>
        <p:spPr>
          <a:xfrm>
            <a:off x="6735147" y="1639615"/>
            <a:ext cx="4817441" cy="4537348"/>
          </a:xfrm>
        </p:spPr>
        <p:txBody>
          <a:bodyPr/>
          <a:lstStyle>
            <a:lvl1pPr marL="285750" indent="-285750">
              <a:buFont typeface="Arial" panose="020B0604020202020204" pitchFamily="34" charset="0"/>
              <a:buChar char="•"/>
              <a:defRPr/>
            </a:lvl1pPr>
          </a:lstStyle>
          <a:p>
            <a:pPr lvl="0"/>
            <a:r>
              <a:rPr lang="en-US"/>
              <a:t>Click to edit Master text styles</a:t>
            </a:r>
          </a:p>
        </p:txBody>
      </p:sp>
      <p:sp>
        <p:nvSpPr>
          <p:cNvPr id="15" name="Footer Placeholder 7">
            <a:extLst>
              <a:ext uri="{FF2B5EF4-FFF2-40B4-BE49-F238E27FC236}">
                <a16:creationId xmlns:a16="http://schemas.microsoft.com/office/drawing/2014/main" id="{AF26E33C-9416-4C43-8695-B043D6960AA7}"/>
              </a:ext>
            </a:extLst>
          </p:cNvPr>
          <p:cNvSpPr>
            <a:spLocks noGrp="1"/>
          </p:cNvSpPr>
          <p:nvPr>
            <p:ph type="ftr" sz="quarter" idx="11"/>
          </p:nvPr>
        </p:nvSpPr>
        <p:spPr>
          <a:xfrm>
            <a:off x="639413" y="6356350"/>
            <a:ext cx="6291108" cy="365125"/>
          </a:xfrm>
        </p:spPr>
        <p:txBody>
          <a:bodyPr/>
          <a:lstStyle>
            <a:lvl1pPr>
              <a:defRPr>
                <a:solidFill>
                  <a:schemeClr val="bg1"/>
                </a:solidFill>
              </a:defRPr>
            </a:lvl1pPr>
          </a:lstStyle>
          <a:p>
            <a:pPr>
              <a:defRPr/>
            </a:pPr>
            <a:r>
              <a:rPr lang="en-US" dirty="0">
                <a:effectLst>
                  <a:outerShdw blurRad="50800" dist="38100" dir="2700000" algn="tl" rotWithShape="0">
                    <a:prstClr val="black">
                      <a:alpha val="43000"/>
                    </a:prstClr>
                  </a:outerShdw>
                </a:effectLst>
              </a:rPr>
              <a:t>Presentation title</a:t>
            </a:r>
          </a:p>
        </p:txBody>
      </p:sp>
      <p:sp>
        <p:nvSpPr>
          <p:cNvPr id="16" name="Date Placeholder 3">
            <a:extLst>
              <a:ext uri="{FF2B5EF4-FFF2-40B4-BE49-F238E27FC236}">
                <a16:creationId xmlns:a16="http://schemas.microsoft.com/office/drawing/2014/main" id="{EDD9F57F-0928-48ED-8CF9-CC5AC1BD268E}"/>
              </a:ext>
            </a:extLst>
          </p:cNvPr>
          <p:cNvSpPr>
            <a:spLocks noGrp="1"/>
          </p:cNvSpPr>
          <p:nvPr>
            <p:ph type="dt" sz="half" idx="10"/>
          </p:nvPr>
        </p:nvSpPr>
        <p:spPr>
          <a:xfrm>
            <a:off x="7295738" y="6356350"/>
            <a:ext cx="3033829" cy="365125"/>
          </a:xfrm>
        </p:spPr>
        <p:txBody>
          <a:bodyPr/>
          <a:lstStyle>
            <a:lvl1pPr>
              <a:defRPr/>
            </a:lvl1pPr>
          </a:lstStyle>
          <a:p>
            <a:pPr>
              <a:defRPr/>
            </a:pPr>
            <a:r>
              <a:rPr lang="en-US" dirty="0">
                <a:solidFill>
                  <a:srgbClr val="232323">
                    <a:lumMod val="90000"/>
                    <a:lumOff val="10000"/>
                  </a:srgbClr>
                </a:solidFill>
              </a:rPr>
              <a:t>20XX</a:t>
            </a:r>
          </a:p>
        </p:txBody>
      </p:sp>
      <p:sp>
        <p:nvSpPr>
          <p:cNvPr id="17" name="Slide Number Placeholder 9">
            <a:extLst>
              <a:ext uri="{FF2B5EF4-FFF2-40B4-BE49-F238E27FC236}">
                <a16:creationId xmlns:a16="http://schemas.microsoft.com/office/drawing/2014/main" id="{B7E4E7CA-F2D2-4B67-92FE-3DCE5AB21585}"/>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2848409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5FAC41-B90D-4384-8484-175667AF8214}"/>
              </a:ext>
              <a:ext uri="{C183D7F6-B498-43B3-948B-1728B52AA6E4}">
                <adec:decorative xmlns:adec="http://schemas.microsoft.com/office/drawing/2017/decorative" val="1"/>
              </a:ext>
            </a:extLst>
          </p:cNvPr>
          <p:cNvSpPr/>
          <p:nvPr userDrawn="1"/>
        </p:nvSpPr>
        <p:spPr>
          <a:xfrm>
            <a:off x="0" y="914400"/>
            <a:ext cx="12192000"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Rectangle 8">
            <a:extLst>
              <a:ext uri="{FF2B5EF4-FFF2-40B4-BE49-F238E27FC236}">
                <a16:creationId xmlns:a16="http://schemas.microsoft.com/office/drawing/2014/main" id="{BF220C6F-8D05-41B5-9727-E041D5B9C26B}"/>
              </a:ext>
              <a:ext uri="{C183D7F6-B498-43B3-948B-1728B52AA6E4}">
                <adec:decorative xmlns:adec="http://schemas.microsoft.com/office/drawing/2017/decorative" val="1"/>
              </a:ext>
            </a:extLst>
          </p:cNvPr>
          <p:cNvSpPr/>
          <p:nvPr userDrawn="1"/>
        </p:nvSpPr>
        <p:spPr>
          <a:xfrm>
            <a:off x="5951621" y="1568357"/>
            <a:ext cx="6240379" cy="372128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B9A692DB-BC6A-43D5-BAE7-1E8AE149012E}"/>
              </a:ext>
            </a:extLst>
          </p:cNvPr>
          <p:cNvSpPr>
            <a:spLocks noGrp="1"/>
          </p:cNvSpPr>
          <p:nvPr>
            <p:ph type="title"/>
          </p:nvPr>
        </p:nvSpPr>
        <p:spPr>
          <a:xfrm>
            <a:off x="6481808" y="1758950"/>
            <a:ext cx="5137112" cy="673405"/>
          </a:xfrm>
        </p:spPr>
        <p:txBody>
          <a:bodyPr>
            <a:normAutofit/>
          </a:bodyPr>
          <a:lstStyle/>
          <a:p>
            <a:pPr>
              <a:lnSpc>
                <a:spcPct val="120000"/>
              </a:lnSpc>
            </a:pPr>
            <a:r>
              <a:rPr lang="en-US"/>
              <a:t>Click to edit Master title style</a:t>
            </a:r>
            <a:endParaRPr lang="en-US" dirty="0"/>
          </a:p>
        </p:txBody>
      </p:sp>
      <p:sp>
        <p:nvSpPr>
          <p:cNvPr id="20" name="Picture Placeholder 17">
            <a:extLst>
              <a:ext uri="{FF2B5EF4-FFF2-40B4-BE49-F238E27FC236}">
                <a16:creationId xmlns:a16="http://schemas.microsoft.com/office/drawing/2014/main" id="{9B631067-0981-46B9-BB6F-484741846C08}"/>
              </a:ext>
            </a:extLst>
          </p:cNvPr>
          <p:cNvSpPr>
            <a:spLocks noGrp="1"/>
          </p:cNvSpPr>
          <p:nvPr>
            <p:ph type="pic" sz="quarter" idx="13" hasCustomPrompt="1"/>
          </p:nvPr>
        </p:nvSpPr>
        <p:spPr>
          <a:xfrm>
            <a:off x="639763" y="642938"/>
            <a:ext cx="4814887" cy="2667000"/>
          </a:xfrm>
        </p:spPr>
        <p:txBody>
          <a:bodyPr/>
          <a:lstStyle>
            <a:lvl1pPr algn="ctr">
              <a:defRPr/>
            </a:lvl1pPr>
          </a:lstStyle>
          <a:p>
            <a:r>
              <a:rPr lang="en-US" dirty="0"/>
              <a:t>Click to add photo</a:t>
            </a:r>
          </a:p>
        </p:txBody>
      </p:sp>
      <p:sp>
        <p:nvSpPr>
          <p:cNvPr id="21" name="Picture Placeholder 17">
            <a:extLst>
              <a:ext uri="{FF2B5EF4-FFF2-40B4-BE49-F238E27FC236}">
                <a16:creationId xmlns:a16="http://schemas.microsoft.com/office/drawing/2014/main" id="{7984968B-9811-4180-8D8E-0619C9D3BFB4}"/>
              </a:ext>
            </a:extLst>
          </p:cNvPr>
          <p:cNvSpPr>
            <a:spLocks noGrp="1"/>
          </p:cNvSpPr>
          <p:nvPr>
            <p:ph type="pic" sz="quarter" idx="14" hasCustomPrompt="1"/>
          </p:nvPr>
        </p:nvSpPr>
        <p:spPr>
          <a:xfrm>
            <a:off x="639412" y="3631470"/>
            <a:ext cx="4814887" cy="2562738"/>
          </a:xfrm>
        </p:spPr>
        <p:txBody>
          <a:bodyPr/>
          <a:lstStyle>
            <a:lvl1pPr algn="ctr">
              <a:defRPr/>
            </a:lvl1pPr>
          </a:lstStyle>
          <a:p>
            <a:r>
              <a:rPr lang="en-US" dirty="0"/>
              <a:t>Click to add photo</a:t>
            </a:r>
          </a:p>
        </p:txBody>
      </p:sp>
      <p:sp>
        <p:nvSpPr>
          <p:cNvPr id="23" name="Text Placeholder 22">
            <a:extLst>
              <a:ext uri="{FF2B5EF4-FFF2-40B4-BE49-F238E27FC236}">
                <a16:creationId xmlns:a16="http://schemas.microsoft.com/office/drawing/2014/main" id="{B503D483-6082-4C3B-A4C5-0ACE6698343B}"/>
              </a:ext>
            </a:extLst>
          </p:cNvPr>
          <p:cNvSpPr>
            <a:spLocks noGrp="1"/>
          </p:cNvSpPr>
          <p:nvPr>
            <p:ph type="body" sz="quarter" idx="15" hasCustomPrompt="1"/>
          </p:nvPr>
        </p:nvSpPr>
        <p:spPr>
          <a:xfrm>
            <a:off x="6482241" y="2365374"/>
            <a:ext cx="5136671" cy="2635251"/>
          </a:xfrm>
        </p:spPr>
        <p:txBody>
          <a:bodyPr/>
          <a:lstStyle>
            <a:lvl1pPr>
              <a:defRPr/>
            </a:lvl1pPr>
          </a:lstStyle>
          <a:p>
            <a:pPr lvl="0"/>
            <a:r>
              <a:rPr lang="en-US" dirty="0"/>
              <a:t>Click to add text</a:t>
            </a:r>
          </a:p>
        </p:txBody>
      </p:sp>
      <p:sp>
        <p:nvSpPr>
          <p:cNvPr id="14" name="Footer Placeholder 5">
            <a:extLst>
              <a:ext uri="{FF2B5EF4-FFF2-40B4-BE49-F238E27FC236}">
                <a16:creationId xmlns:a16="http://schemas.microsoft.com/office/drawing/2014/main" id="{CB94B83C-8B92-4303-A841-0D5ED386F97F}"/>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5" name="Date Placeholder 3">
            <a:extLst>
              <a:ext uri="{FF2B5EF4-FFF2-40B4-BE49-F238E27FC236}">
                <a16:creationId xmlns:a16="http://schemas.microsoft.com/office/drawing/2014/main" id="{FB204443-B45C-4C1E-8601-4AD0359ABD2E}"/>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6" name="Slide Number Placeholder 8">
            <a:extLst>
              <a:ext uri="{FF2B5EF4-FFF2-40B4-BE49-F238E27FC236}">
                <a16:creationId xmlns:a16="http://schemas.microsoft.com/office/drawing/2014/main" id="{125F2A8A-5D48-4A14-B0A6-52E55D3E5657}"/>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340795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620C2886-3E99-43F7-A045-F15053959CE7}"/>
              </a:ext>
            </a:extLst>
          </p:cNvPr>
          <p:cNvSpPr>
            <a:spLocks noGrp="1"/>
          </p:cNvSpPr>
          <p:nvPr>
            <p:ph type="pic" sz="quarter" idx="13"/>
          </p:nvPr>
        </p:nvSpPr>
        <p:spPr>
          <a:xfrm>
            <a:off x="6094413" y="0"/>
            <a:ext cx="6094412" cy="6854825"/>
          </a:xfrm>
        </p:spPr>
        <p:txBody>
          <a:bodyPr/>
          <a:lstStyle/>
          <a:p>
            <a:r>
              <a:rPr lang="en-US"/>
              <a:t>Click icon to add picture</a:t>
            </a:r>
            <a:endParaRPr lang="en-US" dirty="0"/>
          </a:p>
        </p:txBody>
      </p:sp>
      <p:sp>
        <p:nvSpPr>
          <p:cNvPr id="9" name="Rectangle 8">
            <a:extLst>
              <a:ext uri="{FF2B5EF4-FFF2-40B4-BE49-F238E27FC236}">
                <a16:creationId xmlns:a16="http://schemas.microsoft.com/office/drawing/2014/main" id="{63D67587-8C0C-40DB-88B2-2CAC45DBF8DC}"/>
              </a:ext>
              <a:ext uri="{C183D7F6-B498-43B3-948B-1728B52AA6E4}">
                <adec:decorative xmlns:adec="http://schemas.microsoft.com/office/drawing/2017/decorative" val="1"/>
              </a:ext>
            </a:extLst>
          </p:cNvPr>
          <p:cNvSpPr/>
          <p:nvPr userDrawn="1"/>
        </p:nvSpPr>
        <p:spPr>
          <a:xfrm>
            <a:off x="0" y="914400"/>
            <a:ext cx="6094477"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2" name="Title 1">
            <a:extLst>
              <a:ext uri="{FF2B5EF4-FFF2-40B4-BE49-F238E27FC236}">
                <a16:creationId xmlns:a16="http://schemas.microsoft.com/office/drawing/2014/main" id="{E11B7BFF-DF61-4F7F-BC0C-A774104FF416}"/>
              </a:ext>
            </a:extLst>
          </p:cNvPr>
          <p:cNvSpPr>
            <a:spLocks noGrp="1"/>
          </p:cNvSpPr>
          <p:nvPr>
            <p:ph type="ctrTitle" hasCustomPrompt="1"/>
          </p:nvPr>
        </p:nvSpPr>
        <p:spPr>
          <a:xfrm>
            <a:off x="761774" y="2814975"/>
            <a:ext cx="6769706" cy="1910972"/>
          </a:xfrm>
          <a:solidFill>
            <a:schemeClr val="tx2"/>
          </a:solidFill>
        </p:spPr>
        <p:txBody>
          <a:bodyPr anchor="b">
            <a:noAutofit/>
          </a:bodyPr>
          <a:lstStyle>
            <a:lvl1pPr marL="182880">
              <a:defRPr sz="5400">
                <a:solidFill>
                  <a:schemeClr val="bg1"/>
                </a:solidFill>
              </a:defRPr>
            </a:lvl1pPr>
          </a:lstStyle>
          <a:p>
            <a:r>
              <a:rPr lang="en-US" dirty="0">
                <a:solidFill>
                  <a:schemeClr val="bg1"/>
                </a:solidFill>
              </a:rPr>
              <a:t>Click to add title</a:t>
            </a:r>
          </a:p>
        </p:txBody>
      </p:sp>
      <p:sp>
        <p:nvSpPr>
          <p:cNvPr id="3" name="Text Placeholder 2">
            <a:extLst>
              <a:ext uri="{FF2B5EF4-FFF2-40B4-BE49-F238E27FC236}">
                <a16:creationId xmlns:a16="http://schemas.microsoft.com/office/drawing/2014/main" id="{43D0F1B1-D8F9-42A3-B0C7-AADC53D8F392}"/>
              </a:ext>
            </a:extLst>
          </p:cNvPr>
          <p:cNvSpPr>
            <a:spLocks noGrp="1"/>
          </p:cNvSpPr>
          <p:nvPr>
            <p:ph type="body" sz="quarter" idx="14" hasCustomPrompt="1"/>
          </p:nvPr>
        </p:nvSpPr>
        <p:spPr>
          <a:xfrm>
            <a:off x="762000" y="4657726"/>
            <a:ext cx="6769100" cy="731838"/>
          </a:xfrm>
          <a:solidFill>
            <a:schemeClr val="tx2"/>
          </a:solidFill>
        </p:spPr>
        <p:txBody>
          <a:bodyPr>
            <a:noAutofit/>
          </a:bodyPr>
          <a:lstStyle>
            <a:lvl1pPr marL="228600">
              <a:defRPr sz="1500" cap="all" spc="600" baseline="0">
                <a:solidFill>
                  <a:schemeClr val="bg1"/>
                </a:solidFill>
              </a:defRPr>
            </a:lvl1pPr>
            <a:lvl2pPr>
              <a:defRPr sz="1500">
                <a:solidFill>
                  <a:schemeClr val="bg1"/>
                </a:solidFill>
              </a:defRPr>
            </a:lvl2pPr>
            <a:lvl3pPr>
              <a:defRPr sz="1500">
                <a:solidFill>
                  <a:schemeClr val="bg1"/>
                </a:solidFill>
              </a:defRPr>
            </a:lvl3pPr>
            <a:lvl4pPr>
              <a:defRPr sz="1500">
                <a:solidFill>
                  <a:schemeClr val="bg1"/>
                </a:solidFill>
              </a:defRPr>
            </a:lvl4pPr>
            <a:lvl5pPr>
              <a:defRPr sz="1500">
                <a:solidFill>
                  <a:schemeClr val="bg1"/>
                </a:solidFill>
              </a:defRPr>
            </a:lvl5pPr>
          </a:lstStyle>
          <a:p>
            <a:pPr lvl="0"/>
            <a:r>
              <a:rPr lang="en-US" dirty="0"/>
              <a:t>CLICK TO ADD SUBTITLE</a:t>
            </a:r>
          </a:p>
        </p:txBody>
      </p:sp>
    </p:spTree>
    <p:extLst>
      <p:ext uri="{BB962C8B-B14F-4D97-AF65-F5344CB8AC3E}">
        <p14:creationId xmlns:p14="http://schemas.microsoft.com/office/powerpoint/2010/main" val="246285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07196B1-3970-4386-8D54-A2067BA8417F}"/>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7" name="Footer Placeholder 14">
            <a:extLst>
              <a:ext uri="{FF2B5EF4-FFF2-40B4-BE49-F238E27FC236}">
                <a16:creationId xmlns:a16="http://schemas.microsoft.com/office/drawing/2014/main" id="{9535C1B1-EA9A-48AD-AB3B-00E7FEE05F01}"/>
              </a:ext>
            </a:extLst>
          </p:cNvPr>
          <p:cNvSpPr>
            <a:spLocks noGrp="1"/>
          </p:cNvSpPr>
          <p:nvPr>
            <p:ph type="ftr" sz="quarter" idx="11"/>
          </p:nvPr>
        </p:nvSpPr>
        <p:spPr>
          <a:xfrm>
            <a:off x="639413" y="6356350"/>
            <a:ext cx="6291108" cy="365125"/>
          </a:xfrm>
        </p:spPr>
        <p:txBody>
          <a:bodyPr/>
          <a:lstStyle>
            <a:lvl1pPr>
              <a:defRPr>
                <a:solidFill>
                  <a:schemeClr val="tx1"/>
                </a:solidFill>
              </a:defRPr>
            </a:lvl1pPr>
          </a:lstStyle>
          <a:p>
            <a:r>
              <a:rPr lang="en-US" dirty="0"/>
              <a:t>Presentation title</a:t>
            </a:r>
          </a:p>
        </p:txBody>
      </p:sp>
      <p:sp>
        <p:nvSpPr>
          <p:cNvPr id="18" name="Date Placeholder 12">
            <a:extLst>
              <a:ext uri="{FF2B5EF4-FFF2-40B4-BE49-F238E27FC236}">
                <a16:creationId xmlns:a16="http://schemas.microsoft.com/office/drawing/2014/main" id="{E334D19F-C91E-4007-9C85-89B0645F270D}"/>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9" name="Slide Number Placeholder 15">
            <a:extLst>
              <a:ext uri="{FF2B5EF4-FFF2-40B4-BE49-F238E27FC236}">
                <a16:creationId xmlns:a16="http://schemas.microsoft.com/office/drawing/2014/main" id="{00B1B695-CA8C-4B38-8D25-4E56BD079E7E}"/>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219E4B01-1489-40C5-B290-E42D974C10E7}"/>
              </a:ext>
            </a:extLst>
          </p:cNvPr>
          <p:cNvSpPr>
            <a:spLocks noGrp="1"/>
          </p:cNvSpPr>
          <p:nvPr>
            <p:ph sz="quarter" idx="13" hasCustomPrompt="1"/>
          </p:nvPr>
        </p:nvSpPr>
        <p:spPr>
          <a:xfrm>
            <a:off x="937987" y="1735958"/>
            <a:ext cx="10318036" cy="4276220"/>
          </a:xfrm>
        </p:spPr>
        <p:txBody>
          <a:bodyPr/>
          <a:lstStyle>
            <a:lvl1pPr>
              <a:defRPr/>
            </a:lvl1pPr>
          </a:lstStyle>
          <a:p>
            <a:pPr lvl="0"/>
            <a:r>
              <a:rPr lang="en-US" dirty="0"/>
              <a:t>Click to add content</a:t>
            </a:r>
          </a:p>
        </p:txBody>
      </p:sp>
    </p:spTree>
    <p:extLst>
      <p:ext uri="{BB962C8B-B14F-4D97-AF65-F5344CB8AC3E}">
        <p14:creationId xmlns:p14="http://schemas.microsoft.com/office/powerpoint/2010/main" val="2637976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29640D-9D66-4252-AF26-226B9EF38E93}"/>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72F585F-809A-43CB-A46F-35690087203B}"/>
              </a:ext>
            </a:extLst>
          </p:cNvPr>
          <p:cNvSpPr>
            <a:spLocks noGrp="1"/>
          </p:cNvSpPr>
          <p:nvPr>
            <p:ph sz="quarter" idx="13" hasCustomPrompt="1"/>
          </p:nvPr>
        </p:nvSpPr>
        <p:spPr>
          <a:xfrm>
            <a:off x="1285875" y="2066925"/>
            <a:ext cx="9610725" cy="3630613"/>
          </a:xfrm>
        </p:spPr>
        <p:txBody>
          <a:bodyPr/>
          <a:lstStyle>
            <a:lvl1pPr>
              <a:defRPr/>
            </a:lvl1pPr>
          </a:lstStyle>
          <a:p>
            <a:pPr lvl="0"/>
            <a:r>
              <a:rPr lang="en-US" dirty="0"/>
              <a:t>Click to add content</a:t>
            </a:r>
          </a:p>
        </p:txBody>
      </p:sp>
      <p:sp>
        <p:nvSpPr>
          <p:cNvPr id="10" name="Footer Placeholder 14">
            <a:extLst>
              <a:ext uri="{FF2B5EF4-FFF2-40B4-BE49-F238E27FC236}">
                <a16:creationId xmlns:a16="http://schemas.microsoft.com/office/drawing/2014/main" id="{1F196FCF-777C-4746-AFAA-ECE173A0BDC6}"/>
              </a:ext>
            </a:extLst>
          </p:cNvPr>
          <p:cNvSpPr>
            <a:spLocks noGrp="1"/>
          </p:cNvSpPr>
          <p:nvPr>
            <p:ph type="ftr" sz="quarter" idx="11"/>
          </p:nvPr>
        </p:nvSpPr>
        <p:spPr>
          <a:xfrm>
            <a:off x="639413" y="6356350"/>
            <a:ext cx="6291108" cy="365125"/>
          </a:xfrm>
        </p:spPr>
        <p:txBody>
          <a:bodyPr/>
          <a:lstStyle>
            <a:lvl1pPr>
              <a:defRPr>
                <a:solidFill>
                  <a:schemeClr val="tx1"/>
                </a:solidFill>
              </a:defRPr>
            </a:lvl1pPr>
          </a:lstStyle>
          <a:p>
            <a:r>
              <a:rPr lang="en-US" dirty="0"/>
              <a:t>Presentation title</a:t>
            </a:r>
          </a:p>
        </p:txBody>
      </p:sp>
      <p:sp>
        <p:nvSpPr>
          <p:cNvPr id="11" name="Date Placeholder 12">
            <a:extLst>
              <a:ext uri="{FF2B5EF4-FFF2-40B4-BE49-F238E27FC236}">
                <a16:creationId xmlns:a16="http://schemas.microsoft.com/office/drawing/2014/main" id="{71EA376C-2DC1-4B5D-9628-4A223AA389BA}"/>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2" name="Slide Number Placeholder 15">
            <a:extLst>
              <a:ext uri="{FF2B5EF4-FFF2-40B4-BE49-F238E27FC236}">
                <a16:creationId xmlns:a16="http://schemas.microsoft.com/office/drawing/2014/main" id="{CCEC0CD5-B86D-4E13-B3A9-9D3B0CB1B565}"/>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426764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E07EFA-7299-44A6-85FB-04EC9B553E51}"/>
              </a:ext>
              <a:ext uri="{C183D7F6-B498-43B3-948B-1728B52AA6E4}">
                <adec:decorative xmlns:adec="http://schemas.microsoft.com/office/drawing/2017/decorative" val="1"/>
              </a:ext>
            </a:extLst>
          </p:cNvPr>
          <p:cNvSpPr/>
          <p:nvPr userDrawn="1"/>
        </p:nvSpPr>
        <p:spPr>
          <a:xfrm>
            <a:off x="0" y="914400"/>
            <a:ext cx="12192000"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8" name="Rectangle 7">
            <a:extLst>
              <a:ext uri="{FF2B5EF4-FFF2-40B4-BE49-F238E27FC236}">
                <a16:creationId xmlns:a16="http://schemas.microsoft.com/office/drawing/2014/main" id="{F43A4CB2-29F8-49C3-8735-106975893B76}"/>
              </a:ext>
              <a:ext uri="{C183D7F6-B498-43B3-948B-1728B52AA6E4}">
                <adec:decorative xmlns:adec="http://schemas.microsoft.com/office/drawing/2017/decorative" val="1"/>
              </a:ext>
            </a:extLst>
          </p:cNvPr>
          <p:cNvSpPr/>
          <p:nvPr userDrawn="1"/>
        </p:nvSpPr>
        <p:spPr>
          <a:xfrm>
            <a:off x="5951621" y="1803214"/>
            <a:ext cx="6240379" cy="325288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Title 1">
            <a:extLst>
              <a:ext uri="{FF2B5EF4-FFF2-40B4-BE49-F238E27FC236}">
                <a16:creationId xmlns:a16="http://schemas.microsoft.com/office/drawing/2014/main" id="{02574195-3DF9-438B-B8AC-0F2029352481}"/>
              </a:ext>
            </a:extLst>
          </p:cNvPr>
          <p:cNvSpPr>
            <a:spLocks noGrp="1"/>
          </p:cNvSpPr>
          <p:nvPr>
            <p:ph type="title"/>
          </p:nvPr>
        </p:nvSpPr>
        <p:spPr>
          <a:xfrm>
            <a:off x="6491332" y="2025650"/>
            <a:ext cx="5058209" cy="2355732"/>
          </a:xfrm>
        </p:spPr>
        <p:txBody>
          <a:bodyPr>
            <a:normAutofit/>
          </a:bodyPr>
          <a:lstStyle>
            <a:lvl1pPr>
              <a:defRPr sz="4400"/>
            </a:lvl1pPr>
          </a:lstStyle>
          <a:p>
            <a:pPr>
              <a:lnSpc>
                <a:spcPct val="120000"/>
              </a:lnSpc>
            </a:pPr>
            <a:r>
              <a:rPr lang="en-US"/>
              <a:t>Click to edit Master title style</a:t>
            </a:r>
            <a:endParaRPr lang="en-US" dirty="0"/>
          </a:p>
        </p:txBody>
      </p:sp>
      <p:sp>
        <p:nvSpPr>
          <p:cNvPr id="16" name="Picture Placeholder 14">
            <a:extLst>
              <a:ext uri="{FF2B5EF4-FFF2-40B4-BE49-F238E27FC236}">
                <a16:creationId xmlns:a16="http://schemas.microsoft.com/office/drawing/2014/main" id="{57FAF158-BFC1-43C2-A23B-B93DEFAE3AB0}"/>
              </a:ext>
            </a:extLst>
          </p:cNvPr>
          <p:cNvSpPr>
            <a:spLocks noGrp="1"/>
          </p:cNvSpPr>
          <p:nvPr>
            <p:ph type="pic" sz="quarter" idx="13" hasCustomPrompt="1"/>
          </p:nvPr>
        </p:nvSpPr>
        <p:spPr>
          <a:xfrm>
            <a:off x="542925" y="0"/>
            <a:ext cx="5408613" cy="6858000"/>
          </a:xfrm>
        </p:spPr>
        <p:txBody>
          <a:bodyPr/>
          <a:lstStyle>
            <a:lvl1pPr algn="ctr">
              <a:defRPr/>
            </a:lvl1pPr>
          </a:lstStyle>
          <a:p>
            <a:r>
              <a:rPr lang="en-US" dirty="0"/>
              <a:t>Click to add photo</a:t>
            </a:r>
          </a:p>
        </p:txBody>
      </p:sp>
      <p:sp>
        <p:nvSpPr>
          <p:cNvPr id="10" name="Content Placeholder 2">
            <a:extLst>
              <a:ext uri="{FF2B5EF4-FFF2-40B4-BE49-F238E27FC236}">
                <a16:creationId xmlns:a16="http://schemas.microsoft.com/office/drawing/2014/main" id="{DB1025F5-5E2A-47DC-9E1F-F31EE762904F}"/>
              </a:ext>
            </a:extLst>
          </p:cNvPr>
          <p:cNvSpPr>
            <a:spLocks noGrp="1"/>
          </p:cNvSpPr>
          <p:nvPr>
            <p:ph idx="1"/>
          </p:nvPr>
        </p:nvSpPr>
        <p:spPr>
          <a:xfrm>
            <a:off x="6492857" y="4381382"/>
            <a:ext cx="5058209" cy="395405"/>
          </a:xfrm>
        </p:spPr>
        <p:txBody>
          <a:bodyPr anchor="t"/>
          <a:lstStyle>
            <a:lvl1pPr>
              <a:defRPr b="0" cap="all" spc="600" baseline="0"/>
            </a:lvl1pPr>
          </a:lstStyle>
          <a:p>
            <a:pPr lvl="0"/>
            <a:r>
              <a:rPr lang="en-US"/>
              <a:t>Click to edit Master text styles</a:t>
            </a:r>
          </a:p>
        </p:txBody>
      </p:sp>
      <p:sp>
        <p:nvSpPr>
          <p:cNvPr id="11" name="Footer Placeholder 14">
            <a:extLst>
              <a:ext uri="{FF2B5EF4-FFF2-40B4-BE49-F238E27FC236}">
                <a16:creationId xmlns:a16="http://schemas.microsoft.com/office/drawing/2014/main" id="{9F00502A-31A8-40B1-8042-91BBF64690FA}"/>
              </a:ext>
            </a:extLst>
          </p:cNvPr>
          <p:cNvSpPr>
            <a:spLocks noGrp="1"/>
          </p:cNvSpPr>
          <p:nvPr>
            <p:ph type="ftr" sz="quarter" idx="11"/>
          </p:nvPr>
        </p:nvSpPr>
        <p:spPr>
          <a:xfrm>
            <a:off x="639413" y="6356350"/>
            <a:ext cx="6291108" cy="365125"/>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Presentation title</a:t>
            </a:r>
          </a:p>
        </p:txBody>
      </p:sp>
      <p:sp>
        <p:nvSpPr>
          <p:cNvPr id="12" name="Date Placeholder 13">
            <a:extLst>
              <a:ext uri="{FF2B5EF4-FFF2-40B4-BE49-F238E27FC236}">
                <a16:creationId xmlns:a16="http://schemas.microsoft.com/office/drawing/2014/main" id="{1F0D82E2-6CDC-41FA-9FBD-29B16961536C}"/>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85DE54ED-1D6A-4185-BC18-EB63BF4B709F}"/>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69190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8FC1626-6E5A-4321-B003-2ECADA2CDE6D}"/>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0" name="Rectangle 9">
            <a:extLst>
              <a:ext uri="{FF2B5EF4-FFF2-40B4-BE49-F238E27FC236}">
                <a16:creationId xmlns:a16="http://schemas.microsoft.com/office/drawing/2014/main" id="{3955D66E-614C-4554-AD07-DBF50786CB1C}"/>
              </a:ext>
              <a:ext uri="{C183D7F6-B498-43B3-948B-1728B52AA6E4}">
                <adec:decorative xmlns:adec="http://schemas.microsoft.com/office/drawing/2017/decorative" val="1"/>
              </a:ext>
            </a:extLst>
          </p:cNvPr>
          <p:cNvSpPr/>
          <p:nvPr userDrawn="1"/>
        </p:nvSpPr>
        <p:spPr>
          <a:xfrm>
            <a:off x="-1905" y="1633493"/>
            <a:ext cx="12192000" cy="522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6" name="Rectangle 15">
            <a:extLst>
              <a:ext uri="{FF2B5EF4-FFF2-40B4-BE49-F238E27FC236}">
                <a16:creationId xmlns:a16="http://schemas.microsoft.com/office/drawing/2014/main" id="{4FC25CFF-3341-490E-864B-9EE585E7DF4D}"/>
              </a:ext>
              <a:ext uri="{C183D7F6-B498-43B3-948B-1728B52AA6E4}">
                <adec:decorative xmlns:adec="http://schemas.microsoft.com/office/drawing/2017/decorative" val="1"/>
              </a:ext>
            </a:extLst>
          </p:cNvPr>
          <p:cNvSpPr/>
          <p:nvPr userDrawn="1"/>
        </p:nvSpPr>
        <p:spPr>
          <a:xfrm>
            <a:off x="-4370" y="1641780"/>
            <a:ext cx="12192000" cy="52245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2" name="Footer Placeholder 14">
            <a:extLst>
              <a:ext uri="{FF2B5EF4-FFF2-40B4-BE49-F238E27FC236}">
                <a16:creationId xmlns:a16="http://schemas.microsoft.com/office/drawing/2014/main" id="{1A47F1BE-C6F0-4B08-A876-3ACB9A160B5C}"/>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13" name="Date Placeholder 12">
            <a:extLst>
              <a:ext uri="{FF2B5EF4-FFF2-40B4-BE49-F238E27FC236}">
                <a16:creationId xmlns:a16="http://schemas.microsoft.com/office/drawing/2014/main" id="{EB34F470-EFAB-4873-9AF2-800F83174880}"/>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4" name="Slide Number Placeholder 15">
            <a:extLst>
              <a:ext uri="{FF2B5EF4-FFF2-40B4-BE49-F238E27FC236}">
                <a16:creationId xmlns:a16="http://schemas.microsoft.com/office/drawing/2014/main" id="{FCAA1492-8926-496A-9DE4-45E13BA70E71}"/>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72F48288-2CF3-456E-8691-5772D99F82B1}"/>
              </a:ext>
            </a:extLst>
          </p:cNvPr>
          <p:cNvSpPr>
            <a:spLocks noGrp="1"/>
          </p:cNvSpPr>
          <p:nvPr>
            <p:ph sz="quarter" idx="13" hasCustomPrompt="1"/>
          </p:nvPr>
        </p:nvSpPr>
        <p:spPr>
          <a:xfrm>
            <a:off x="398236" y="1887311"/>
            <a:ext cx="11395528" cy="4343400"/>
          </a:xfrm>
        </p:spPr>
        <p:txBody>
          <a:bodyPr/>
          <a:lstStyle>
            <a:lvl1pPr>
              <a:defRPr/>
            </a:lvl1pPr>
          </a:lstStyle>
          <a:p>
            <a:pPr lvl="0"/>
            <a:r>
              <a:rPr lang="en-US" dirty="0"/>
              <a:t>Click to edit add content</a:t>
            </a:r>
          </a:p>
        </p:txBody>
      </p:sp>
    </p:spTree>
    <p:extLst>
      <p:ext uri="{BB962C8B-B14F-4D97-AF65-F5344CB8AC3E}">
        <p14:creationId xmlns:p14="http://schemas.microsoft.com/office/powerpoint/2010/main" val="3989789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1D1103D-8943-46F2-B18E-36FF38CAFAE0}"/>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0" name="Rectangle 9">
            <a:extLst>
              <a:ext uri="{FF2B5EF4-FFF2-40B4-BE49-F238E27FC236}">
                <a16:creationId xmlns:a16="http://schemas.microsoft.com/office/drawing/2014/main" id="{A902D366-4C48-4324-8771-8F9E7BECDD08}"/>
              </a:ext>
              <a:ext uri="{C183D7F6-B498-43B3-948B-1728B52AA6E4}">
                <adec:decorative xmlns:adec="http://schemas.microsoft.com/office/drawing/2017/decorative" val="1"/>
              </a:ext>
            </a:extLst>
          </p:cNvPr>
          <p:cNvSpPr/>
          <p:nvPr userDrawn="1"/>
        </p:nvSpPr>
        <p:spPr>
          <a:xfrm>
            <a:off x="-1905" y="1633493"/>
            <a:ext cx="12192000" cy="522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5" name="Rectangle 14">
            <a:extLst>
              <a:ext uri="{FF2B5EF4-FFF2-40B4-BE49-F238E27FC236}">
                <a16:creationId xmlns:a16="http://schemas.microsoft.com/office/drawing/2014/main" id="{B139FB3E-2A6A-4BE8-9D79-47B91471CC23}"/>
              </a:ext>
              <a:ext uri="{C183D7F6-B498-43B3-948B-1728B52AA6E4}">
                <adec:decorative xmlns:adec="http://schemas.microsoft.com/office/drawing/2017/decorative" val="1"/>
              </a:ext>
            </a:extLst>
          </p:cNvPr>
          <p:cNvSpPr/>
          <p:nvPr userDrawn="1"/>
        </p:nvSpPr>
        <p:spPr>
          <a:xfrm>
            <a:off x="-4370" y="1641780"/>
            <a:ext cx="12192000" cy="52245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1" name="Footer Placeholder 14">
            <a:extLst>
              <a:ext uri="{FF2B5EF4-FFF2-40B4-BE49-F238E27FC236}">
                <a16:creationId xmlns:a16="http://schemas.microsoft.com/office/drawing/2014/main" id="{7E3BBCB1-5D3D-4802-A48D-5D6A7BA51550}"/>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12" name="Date Placeholder 12">
            <a:extLst>
              <a:ext uri="{FF2B5EF4-FFF2-40B4-BE49-F238E27FC236}">
                <a16:creationId xmlns:a16="http://schemas.microsoft.com/office/drawing/2014/main" id="{AE90937E-33CA-4432-A147-746EBB9E7C4A}"/>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CECD9BDC-A2A2-40A0-8DAD-4C56EBE1BDFA}"/>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4C4E3704-0282-421F-BA62-C1A7E0B072EA}"/>
              </a:ext>
            </a:extLst>
          </p:cNvPr>
          <p:cNvSpPr>
            <a:spLocks noGrp="1"/>
          </p:cNvSpPr>
          <p:nvPr>
            <p:ph sz="quarter" idx="13" hasCustomPrompt="1"/>
          </p:nvPr>
        </p:nvSpPr>
        <p:spPr>
          <a:xfrm>
            <a:off x="838200" y="1619250"/>
            <a:ext cx="10515600" cy="4848225"/>
          </a:xfrm>
        </p:spPr>
        <p:txBody>
          <a:bodyPr/>
          <a:lstStyle>
            <a:lvl1pPr>
              <a:defRPr/>
            </a:lvl1pPr>
          </a:lstStyle>
          <a:p>
            <a:pPr lvl="0"/>
            <a:r>
              <a:rPr lang="en-US" dirty="0"/>
              <a:t>Click to add content</a:t>
            </a:r>
          </a:p>
        </p:txBody>
      </p:sp>
    </p:spTree>
    <p:extLst>
      <p:ext uri="{BB962C8B-B14F-4D97-AF65-F5344CB8AC3E}">
        <p14:creationId xmlns:p14="http://schemas.microsoft.com/office/powerpoint/2010/main" val="652577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2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B16675-8FAE-4CCE-870E-B08D5FEC094C}"/>
              </a:ext>
              <a:ext uri="{C183D7F6-B498-43B3-948B-1728B52AA6E4}">
                <adec:decorative xmlns:adec="http://schemas.microsoft.com/office/drawing/2017/decorative" val="1"/>
              </a:ext>
            </a:extLst>
          </p:cNvPr>
          <p:cNvSpPr/>
          <p:nvPr userDrawn="1"/>
        </p:nvSpPr>
        <p:spPr>
          <a:xfrm>
            <a:off x="0" y="914399"/>
            <a:ext cx="12192000" cy="5305425"/>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Rectangle 9">
            <a:extLst>
              <a:ext uri="{FF2B5EF4-FFF2-40B4-BE49-F238E27FC236}">
                <a16:creationId xmlns:a16="http://schemas.microsoft.com/office/drawing/2014/main" id="{F2B58518-7725-4310-9D89-9253D668F98E}"/>
              </a:ext>
              <a:ext uri="{C183D7F6-B498-43B3-948B-1728B52AA6E4}">
                <adec:decorative xmlns:adec="http://schemas.microsoft.com/office/drawing/2017/decorative" val="1"/>
              </a:ext>
            </a:extLst>
          </p:cNvPr>
          <p:cNvSpPr/>
          <p:nvPr userDrawn="1"/>
        </p:nvSpPr>
        <p:spPr>
          <a:xfrm>
            <a:off x="0" y="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1" name="Title 1">
            <a:extLst>
              <a:ext uri="{FF2B5EF4-FFF2-40B4-BE49-F238E27FC236}">
                <a16:creationId xmlns:a16="http://schemas.microsoft.com/office/drawing/2014/main" id="{4955907E-5B49-47DA-BB56-B83884842AF5}"/>
              </a:ext>
            </a:extLst>
          </p:cNvPr>
          <p:cNvSpPr>
            <a:spLocks noGrp="1"/>
          </p:cNvSpPr>
          <p:nvPr>
            <p:ph type="title"/>
          </p:nvPr>
        </p:nvSpPr>
        <p:spPr>
          <a:xfrm>
            <a:off x="539711" y="222436"/>
            <a:ext cx="5058209" cy="673405"/>
          </a:xfrm>
        </p:spPr>
        <p:txBody>
          <a:bodyPr>
            <a:normAutofit/>
          </a:bodyPr>
          <a:lstStyle>
            <a:lvl1pPr>
              <a:defRPr spc="150" baseline="0">
                <a:solidFill>
                  <a:schemeClr val="bg1"/>
                </a:solidFill>
              </a:defRPr>
            </a:lvl1pPr>
          </a:lstStyle>
          <a:p>
            <a:pPr>
              <a:lnSpc>
                <a:spcPct val="120000"/>
              </a:lnSpc>
            </a:pPr>
            <a:r>
              <a:rPr lang="en-US"/>
              <a:t>Click to edit Master title style</a:t>
            </a:r>
            <a:endParaRPr lang="en-US" dirty="0"/>
          </a:p>
        </p:txBody>
      </p:sp>
      <p:sp>
        <p:nvSpPr>
          <p:cNvPr id="18" name="Content Placeholder 2">
            <a:extLst>
              <a:ext uri="{FF2B5EF4-FFF2-40B4-BE49-F238E27FC236}">
                <a16:creationId xmlns:a16="http://schemas.microsoft.com/office/drawing/2014/main" id="{451961C9-4342-4735-9F69-30FC4EE60D8C}"/>
              </a:ext>
            </a:extLst>
          </p:cNvPr>
          <p:cNvSpPr>
            <a:spLocks noGrp="1"/>
          </p:cNvSpPr>
          <p:nvPr>
            <p:ph idx="14" hasCustomPrompt="1"/>
          </p:nvPr>
        </p:nvSpPr>
        <p:spPr>
          <a:xfrm>
            <a:off x="1010884" y="1481580"/>
            <a:ext cx="4727735" cy="465155"/>
          </a:xfrm>
        </p:spPr>
        <p:txBody>
          <a:bodyPr anchor="t">
            <a:noAutofit/>
          </a:bodyPr>
          <a:lstStyle>
            <a:lvl1pPr>
              <a:buFont typeface="Arial" panose="020B0604020202020204" pitchFamily="34" charset="0"/>
              <a:buNone/>
              <a:defRPr sz="2000" b="1" spc="150" baseline="0">
                <a:solidFill>
                  <a:schemeClr val="accent2">
                    <a:lumMod val="75000"/>
                  </a:schemeClr>
                </a:solidFill>
              </a:defRPr>
            </a:lvl1pPr>
          </a:lstStyle>
          <a:p>
            <a:r>
              <a:rPr lang="en-US" dirty="0"/>
              <a:t>Click to add subtitle</a:t>
            </a:r>
          </a:p>
        </p:txBody>
      </p:sp>
      <p:sp>
        <p:nvSpPr>
          <p:cNvPr id="16" name="Content Placeholder 2">
            <a:extLst>
              <a:ext uri="{FF2B5EF4-FFF2-40B4-BE49-F238E27FC236}">
                <a16:creationId xmlns:a16="http://schemas.microsoft.com/office/drawing/2014/main" id="{3A75FE27-57B7-4D26-BF6D-E63BF9CB1350}"/>
              </a:ext>
            </a:extLst>
          </p:cNvPr>
          <p:cNvSpPr>
            <a:spLocks noGrp="1"/>
          </p:cNvSpPr>
          <p:nvPr>
            <p:ph idx="1" hasCustomPrompt="1"/>
          </p:nvPr>
        </p:nvSpPr>
        <p:spPr>
          <a:xfrm>
            <a:off x="1010884" y="2069955"/>
            <a:ext cx="4727735" cy="387364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9" name="Content Placeholder 2">
            <a:extLst>
              <a:ext uri="{FF2B5EF4-FFF2-40B4-BE49-F238E27FC236}">
                <a16:creationId xmlns:a16="http://schemas.microsoft.com/office/drawing/2014/main" id="{9516EBD4-3BCF-4167-9401-08DF67EF59CC}"/>
              </a:ext>
            </a:extLst>
          </p:cNvPr>
          <p:cNvSpPr>
            <a:spLocks noGrp="1"/>
          </p:cNvSpPr>
          <p:nvPr>
            <p:ph idx="15" hasCustomPrompt="1"/>
          </p:nvPr>
        </p:nvSpPr>
        <p:spPr>
          <a:xfrm>
            <a:off x="6457949" y="1481579"/>
            <a:ext cx="4727735" cy="465155"/>
          </a:xfrm>
        </p:spPr>
        <p:txBody>
          <a:bodyPr anchor="t">
            <a:noAutofit/>
          </a:bodyPr>
          <a:lstStyle>
            <a:lvl1pPr>
              <a:buFont typeface="Arial" panose="020B0604020202020204" pitchFamily="34" charset="0"/>
              <a:buNone/>
              <a:defRPr sz="2000" b="1" spc="150" baseline="0">
                <a:solidFill>
                  <a:schemeClr val="accent2">
                    <a:lumMod val="75000"/>
                  </a:schemeClr>
                </a:solidFill>
              </a:defRPr>
            </a:lvl1pPr>
          </a:lstStyle>
          <a:p>
            <a:r>
              <a:rPr lang="en-US" dirty="0"/>
              <a:t>Click to add subtitle</a:t>
            </a:r>
          </a:p>
        </p:txBody>
      </p:sp>
      <p:sp>
        <p:nvSpPr>
          <p:cNvPr id="17" name="Content Placeholder 2">
            <a:extLst>
              <a:ext uri="{FF2B5EF4-FFF2-40B4-BE49-F238E27FC236}">
                <a16:creationId xmlns:a16="http://schemas.microsoft.com/office/drawing/2014/main" id="{85A32EF6-47B8-4B22-99CB-D1B4F6B4B62E}"/>
              </a:ext>
            </a:extLst>
          </p:cNvPr>
          <p:cNvSpPr>
            <a:spLocks noGrp="1"/>
          </p:cNvSpPr>
          <p:nvPr>
            <p:ph idx="13" hasCustomPrompt="1"/>
          </p:nvPr>
        </p:nvSpPr>
        <p:spPr>
          <a:xfrm>
            <a:off x="6457949" y="2069955"/>
            <a:ext cx="4727735" cy="387364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3" name="Footer Placeholder 14">
            <a:extLst>
              <a:ext uri="{FF2B5EF4-FFF2-40B4-BE49-F238E27FC236}">
                <a16:creationId xmlns:a16="http://schemas.microsoft.com/office/drawing/2014/main" id="{8D02CE16-361C-4C84-A178-402C2D4AF9C0}"/>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4" name="Date Placeholder 13">
            <a:extLst>
              <a:ext uri="{FF2B5EF4-FFF2-40B4-BE49-F238E27FC236}">
                <a16:creationId xmlns:a16="http://schemas.microsoft.com/office/drawing/2014/main" id="{42B21E92-5123-45B3-999F-EA0512A26ABC}"/>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5" name="Slide Number Placeholder 15">
            <a:extLst>
              <a:ext uri="{FF2B5EF4-FFF2-40B4-BE49-F238E27FC236}">
                <a16:creationId xmlns:a16="http://schemas.microsoft.com/office/drawing/2014/main" id="{F5EF3406-552A-4C2E-A1B4-D3EAD5D1FF11}"/>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605224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9BB029-1123-4E6E-8996-6F9666150A92}"/>
              </a:ext>
              <a:ext uri="{C183D7F6-B498-43B3-948B-1728B52AA6E4}">
                <adec:decorative xmlns:adec="http://schemas.microsoft.com/office/drawing/2017/decorative" val="1"/>
              </a:ext>
            </a:extLst>
          </p:cNvPr>
          <p:cNvSpPr/>
          <p:nvPr userDrawn="1"/>
        </p:nvSpPr>
        <p:spPr>
          <a:xfrm>
            <a:off x="0" y="914399"/>
            <a:ext cx="12192000" cy="5305425"/>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Rectangle 8">
            <a:extLst>
              <a:ext uri="{FF2B5EF4-FFF2-40B4-BE49-F238E27FC236}">
                <a16:creationId xmlns:a16="http://schemas.microsoft.com/office/drawing/2014/main" id="{992AA1BD-C769-474A-A258-6051FAABD231}"/>
              </a:ext>
              <a:ext uri="{C183D7F6-B498-43B3-948B-1728B52AA6E4}">
                <adec:decorative xmlns:adec="http://schemas.microsoft.com/office/drawing/2017/decorative" val="1"/>
              </a:ext>
            </a:extLst>
          </p:cNvPr>
          <p:cNvSpPr/>
          <p:nvPr userDrawn="1"/>
        </p:nvSpPr>
        <p:spPr>
          <a:xfrm>
            <a:off x="0" y="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EC21E751-E5D0-431E-BDB3-E8D22FCF7369}"/>
              </a:ext>
            </a:extLst>
          </p:cNvPr>
          <p:cNvSpPr>
            <a:spLocks noGrp="1"/>
          </p:cNvSpPr>
          <p:nvPr>
            <p:ph type="title"/>
          </p:nvPr>
        </p:nvSpPr>
        <p:spPr>
          <a:xfrm>
            <a:off x="539711" y="222436"/>
            <a:ext cx="5058209" cy="673405"/>
          </a:xfrm>
        </p:spPr>
        <p:txBody>
          <a:bodyPr>
            <a:normAutofit/>
          </a:bodyPr>
          <a:lstStyle>
            <a:lvl1pPr>
              <a:defRPr>
                <a:solidFill>
                  <a:schemeClr val="bg1"/>
                </a:solidFill>
              </a:defRPr>
            </a:lvl1pPr>
          </a:lstStyle>
          <a:p>
            <a:pPr>
              <a:lnSpc>
                <a:spcPct val="120000"/>
              </a:lnSpc>
            </a:pPr>
            <a:r>
              <a:rPr lang="en-US"/>
              <a:t>Click to edit Master title style</a:t>
            </a:r>
            <a:endParaRPr lang="en-US" dirty="0"/>
          </a:p>
        </p:txBody>
      </p:sp>
      <p:sp>
        <p:nvSpPr>
          <p:cNvPr id="19" name="Content Placeholder 2">
            <a:extLst>
              <a:ext uri="{FF2B5EF4-FFF2-40B4-BE49-F238E27FC236}">
                <a16:creationId xmlns:a16="http://schemas.microsoft.com/office/drawing/2014/main" id="{1307227E-0323-4608-B721-487D3010A5D3}"/>
              </a:ext>
            </a:extLst>
          </p:cNvPr>
          <p:cNvSpPr>
            <a:spLocks noGrp="1"/>
          </p:cNvSpPr>
          <p:nvPr>
            <p:ph idx="14" hasCustomPrompt="1"/>
          </p:nvPr>
        </p:nvSpPr>
        <p:spPr>
          <a:xfrm>
            <a:off x="648935" y="1472055"/>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18" name="Content Placeholder 2">
            <a:extLst>
              <a:ext uri="{FF2B5EF4-FFF2-40B4-BE49-F238E27FC236}">
                <a16:creationId xmlns:a16="http://schemas.microsoft.com/office/drawing/2014/main" id="{1A073925-D167-4366-8AF4-3DBCD83A89DB}"/>
              </a:ext>
            </a:extLst>
          </p:cNvPr>
          <p:cNvSpPr>
            <a:spLocks noGrp="1"/>
          </p:cNvSpPr>
          <p:nvPr>
            <p:ph idx="1" hasCustomPrompt="1"/>
          </p:nvPr>
        </p:nvSpPr>
        <p:spPr>
          <a:xfrm>
            <a:off x="648935"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23" name="Content Placeholder 2">
            <a:extLst>
              <a:ext uri="{FF2B5EF4-FFF2-40B4-BE49-F238E27FC236}">
                <a16:creationId xmlns:a16="http://schemas.microsoft.com/office/drawing/2014/main" id="{9A778932-CE6D-42D3-9C40-80AD4D7F4671}"/>
              </a:ext>
            </a:extLst>
          </p:cNvPr>
          <p:cNvSpPr>
            <a:spLocks noGrp="1"/>
          </p:cNvSpPr>
          <p:nvPr>
            <p:ph idx="18" hasCustomPrompt="1"/>
          </p:nvPr>
        </p:nvSpPr>
        <p:spPr>
          <a:xfrm>
            <a:off x="4336486" y="1466406"/>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22" name="Content Placeholder 2">
            <a:extLst>
              <a:ext uri="{FF2B5EF4-FFF2-40B4-BE49-F238E27FC236}">
                <a16:creationId xmlns:a16="http://schemas.microsoft.com/office/drawing/2014/main" id="{2FCF78AB-4697-4170-B73C-39E8D202A8F4}"/>
              </a:ext>
            </a:extLst>
          </p:cNvPr>
          <p:cNvSpPr>
            <a:spLocks noGrp="1"/>
          </p:cNvSpPr>
          <p:nvPr>
            <p:ph idx="17" hasCustomPrompt="1"/>
          </p:nvPr>
        </p:nvSpPr>
        <p:spPr>
          <a:xfrm>
            <a:off x="4336486"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21" name="Content Placeholder 2">
            <a:extLst>
              <a:ext uri="{FF2B5EF4-FFF2-40B4-BE49-F238E27FC236}">
                <a16:creationId xmlns:a16="http://schemas.microsoft.com/office/drawing/2014/main" id="{5BBD3120-B5E0-433B-BB1E-BCEFD93EEE5A}"/>
              </a:ext>
            </a:extLst>
          </p:cNvPr>
          <p:cNvSpPr>
            <a:spLocks noGrp="1"/>
          </p:cNvSpPr>
          <p:nvPr>
            <p:ph idx="16" hasCustomPrompt="1"/>
          </p:nvPr>
        </p:nvSpPr>
        <p:spPr>
          <a:xfrm>
            <a:off x="8024037" y="1472055"/>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20" name="Content Placeholder 2">
            <a:extLst>
              <a:ext uri="{FF2B5EF4-FFF2-40B4-BE49-F238E27FC236}">
                <a16:creationId xmlns:a16="http://schemas.microsoft.com/office/drawing/2014/main" id="{E8EBEB77-9309-408B-BF35-68D07856A90F}"/>
              </a:ext>
            </a:extLst>
          </p:cNvPr>
          <p:cNvSpPr>
            <a:spLocks noGrp="1"/>
          </p:cNvSpPr>
          <p:nvPr>
            <p:ph idx="15" hasCustomPrompt="1"/>
          </p:nvPr>
        </p:nvSpPr>
        <p:spPr>
          <a:xfrm>
            <a:off x="8024037"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1" name="Footer Placeholder 14">
            <a:extLst>
              <a:ext uri="{FF2B5EF4-FFF2-40B4-BE49-F238E27FC236}">
                <a16:creationId xmlns:a16="http://schemas.microsoft.com/office/drawing/2014/main" id="{7B260FE5-7B07-4149-85C7-9CD9D4E7016C}"/>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2" name="Date Placeholder 13">
            <a:extLst>
              <a:ext uri="{FF2B5EF4-FFF2-40B4-BE49-F238E27FC236}">
                <a16:creationId xmlns:a16="http://schemas.microsoft.com/office/drawing/2014/main" id="{217A5FBA-27B4-461A-BE9C-34E1390DE85B}"/>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DDC42D1B-76B7-44EC-B6FD-6D0C6565A240}"/>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2129529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CCEB0E-12E7-488A-A219-2ABDE6870762}"/>
              </a:ext>
              <a:ext uri="{C183D7F6-B498-43B3-948B-1728B52AA6E4}">
                <adec:decorative xmlns:adec="http://schemas.microsoft.com/office/drawing/2017/decorative" val="1"/>
              </a:ext>
            </a:extLst>
          </p:cNvPr>
          <p:cNvSpPr/>
          <p:nvPr userDrawn="1"/>
        </p:nvSpPr>
        <p:spPr>
          <a:xfrm>
            <a:off x="0" y="0"/>
            <a:ext cx="12192000"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F67202C9-94B9-46C7-8ADD-2C7E6DE6E40E}"/>
              </a:ext>
            </a:extLst>
          </p:cNvPr>
          <p:cNvSpPr>
            <a:spLocks noGrp="1"/>
          </p:cNvSpPr>
          <p:nvPr>
            <p:ph type="title"/>
          </p:nvPr>
        </p:nvSpPr>
        <p:spPr>
          <a:xfrm>
            <a:off x="347332" y="278342"/>
            <a:ext cx="7777823" cy="986304"/>
          </a:xfrm>
          <a:solidFill>
            <a:schemeClr val="bg2">
              <a:lumMod val="75000"/>
            </a:schemeClr>
          </a:solidFill>
        </p:spPr>
        <p:txBody>
          <a:bodyPr tIns="274320"/>
          <a:lstStyle>
            <a:lvl1pPr marL="274320">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85EAC607-595F-4F95-88EB-0BEA170D4310}"/>
              </a:ext>
            </a:extLst>
          </p:cNvPr>
          <p:cNvSpPr>
            <a:spLocks noGrp="1"/>
          </p:cNvSpPr>
          <p:nvPr>
            <p:ph idx="1"/>
          </p:nvPr>
        </p:nvSpPr>
        <p:spPr>
          <a:xfrm>
            <a:off x="639412" y="1653479"/>
            <a:ext cx="6291107" cy="4537348"/>
          </a:xfrm>
        </p:spPr>
        <p:txBody>
          <a:bodyPr/>
          <a:lstStyle/>
          <a:p>
            <a:pPr lvl="0"/>
            <a:r>
              <a:rPr lang="en-US"/>
              <a:t>Click to edit Master text styles</a:t>
            </a:r>
          </a:p>
        </p:txBody>
      </p:sp>
      <p:sp>
        <p:nvSpPr>
          <p:cNvPr id="13" name="Footer Placeholder 5">
            <a:extLst>
              <a:ext uri="{FF2B5EF4-FFF2-40B4-BE49-F238E27FC236}">
                <a16:creationId xmlns:a16="http://schemas.microsoft.com/office/drawing/2014/main" id="{B7789921-321D-4251-A0D9-9708843C1E14}"/>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21" name="Picture Placeholder 17">
            <a:extLst>
              <a:ext uri="{FF2B5EF4-FFF2-40B4-BE49-F238E27FC236}">
                <a16:creationId xmlns:a16="http://schemas.microsoft.com/office/drawing/2014/main" id="{FCC9F84A-3951-4EFD-AEBD-C6D89E464276}"/>
              </a:ext>
            </a:extLst>
          </p:cNvPr>
          <p:cNvSpPr>
            <a:spLocks noGrp="1"/>
          </p:cNvSpPr>
          <p:nvPr>
            <p:ph type="pic" sz="quarter" idx="13" hasCustomPrompt="1"/>
          </p:nvPr>
        </p:nvSpPr>
        <p:spPr>
          <a:xfrm>
            <a:off x="7526867" y="0"/>
            <a:ext cx="4665133" cy="2222500"/>
          </a:xfrm>
          <a:custGeom>
            <a:avLst/>
            <a:gdLst>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254000 h 2222500"/>
              <a:gd name="connsiteX5" fmla="*/ 0 w 4665133"/>
              <a:gd name="connsiteY5"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0 w 4665133"/>
              <a:gd name="connsiteY5" fmla="*/ 254000 h 2222500"/>
              <a:gd name="connsiteX6" fmla="*/ 0 w 4665133"/>
              <a:gd name="connsiteY6"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0 w 4665133"/>
              <a:gd name="connsiteY5" fmla="*/ 567267 h 2222500"/>
              <a:gd name="connsiteX6" fmla="*/ 0 w 4665133"/>
              <a:gd name="connsiteY6" fmla="*/ 254000 h 2222500"/>
              <a:gd name="connsiteX7" fmla="*/ 0 w 4665133"/>
              <a:gd name="connsiteY7" fmla="*/ 0 h 2222500"/>
              <a:gd name="connsiteX0" fmla="*/ 8467 w 4673600"/>
              <a:gd name="connsiteY0" fmla="*/ 0 h 2222500"/>
              <a:gd name="connsiteX1" fmla="*/ 4673600 w 4673600"/>
              <a:gd name="connsiteY1" fmla="*/ 0 h 2222500"/>
              <a:gd name="connsiteX2" fmla="*/ 4673600 w 4673600"/>
              <a:gd name="connsiteY2" fmla="*/ 2222500 h 2222500"/>
              <a:gd name="connsiteX3" fmla="*/ 8467 w 4673600"/>
              <a:gd name="connsiteY3" fmla="*/ 2222500 h 2222500"/>
              <a:gd name="connsiteX4" fmla="*/ 8467 w 4673600"/>
              <a:gd name="connsiteY4" fmla="*/ 1270000 h 2222500"/>
              <a:gd name="connsiteX5" fmla="*/ 0 w 4673600"/>
              <a:gd name="connsiteY5" fmla="*/ 973667 h 2222500"/>
              <a:gd name="connsiteX6" fmla="*/ 8467 w 4673600"/>
              <a:gd name="connsiteY6" fmla="*/ 567267 h 2222500"/>
              <a:gd name="connsiteX7" fmla="*/ 8467 w 4673600"/>
              <a:gd name="connsiteY7" fmla="*/ 254000 h 2222500"/>
              <a:gd name="connsiteX8" fmla="*/ 8467 w 4673600"/>
              <a:gd name="connsiteY8" fmla="*/ 0 h 2222500"/>
              <a:gd name="connsiteX0" fmla="*/ 8467 w 4673600"/>
              <a:gd name="connsiteY0" fmla="*/ 0 h 2222500"/>
              <a:gd name="connsiteX1" fmla="*/ 4673600 w 4673600"/>
              <a:gd name="connsiteY1" fmla="*/ 0 h 2222500"/>
              <a:gd name="connsiteX2" fmla="*/ 4673600 w 4673600"/>
              <a:gd name="connsiteY2" fmla="*/ 2222500 h 2222500"/>
              <a:gd name="connsiteX3" fmla="*/ 8467 w 4673600"/>
              <a:gd name="connsiteY3" fmla="*/ 2222500 h 2222500"/>
              <a:gd name="connsiteX4" fmla="*/ 8467 w 4673600"/>
              <a:gd name="connsiteY4" fmla="*/ 1270000 h 2222500"/>
              <a:gd name="connsiteX5" fmla="*/ 0 w 4673600"/>
              <a:gd name="connsiteY5" fmla="*/ 973667 h 2222500"/>
              <a:gd name="connsiteX6" fmla="*/ 618067 w 4673600"/>
              <a:gd name="connsiteY6" fmla="*/ 270934 h 2222500"/>
              <a:gd name="connsiteX7" fmla="*/ 8467 w 4673600"/>
              <a:gd name="connsiteY7" fmla="*/ 254000 h 2222500"/>
              <a:gd name="connsiteX8" fmla="*/ 8467 w 4673600"/>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601133 w 4665133"/>
              <a:gd name="connsiteY5" fmla="*/ 1261534 h 2222500"/>
              <a:gd name="connsiteX6" fmla="*/ 609600 w 4665133"/>
              <a:gd name="connsiteY6" fmla="*/ 270934 h 2222500"/>
              <a:gd name="connsiteX7" fmla="*/ 0 w 4665133"/>
              <a:gd name="connsiteY7" fmla="*/ 254000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0 w 4665133"/>
              <a:gd name="connsiteY7" fmla="*/ 254000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8467 w 4665133"/>
              <a:gd name="connsiteY7" fmla="*/ 287866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8467 w 4665133"/>
              <a:gd name="connsiteY7" fmla="*/ 262466 h 2222500"/>
              <a:gd name="connsiteX8" fmla="*/ 0 w 4665133"/>
              <a:gd name="connsiteY8" fmla="*/ 0 h 222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5133" h="2222500">
                <a:moveTo>
                  <a:pt x="0" y="0"/>
                </a:moveTo>
                <a:lnTo>
                  <a:pt x="4665133" y="0"/>
                </a:lnTo>
                <a:lnTo>
                  <a:pt x="4665133" y="2222500"/>
                </a:lnTo>
                <a:lnTo>
                  <a:pt x="0" y="2222500"/>
                </a:lnTo>
                <a:lnTo>
                  <a:pt x="0" y="1261533"/>
                </a:lnTo>
                <a:lnTo>
                  <a:pt x="601133" y="1261534"/>
                </a:lnTo>
                <a:cubicBezTo>
                  <a:pt x="603955" y="931334"/>
                  <a:pt x="606778" y="601134"/>
                  <a:pt x="609600" y="270934"/>
                </a:cubicBezTo>
                <a:lnTo>
                  <a:pt x="8467" y="262466"/>
                </a:lnTo>
                <a:lnTo>
                  <a:pt x="0" y="0"/>
                </a:lnTo>
                <a:close/>
              </a:path>
            </a:pathLst>
          </a:custGeom>
        </p:spPr>
        <p:txBody>
          <a:bodyPr/>
          <a:lstStyle>
            <a:lvl1pPr algn="ctr">
              <a:defRPr/>
            </a:lvl1pPr>
          </a:lstStyle>
          <a:p>
            <a:r>
              <a:rPr lang="en-US" dirty="0"/>
              <a:t>Click to add photo</a:t>
            </a:r>
          </a:p>
        </p:txBody>
      </p:sp>
      <p:sp>
        <p:nvSpPr>
          <p:cNvPr id="22" name="Picture Placeholder 17">
            <a:extLst>
              <a:ext uri="{FF2B5EF4-FFF2-40B4-BE49-F238E27FC236}">
                <a16:creationId xmlns:a16="http://schemas.microsoft.com/office/drawing/2014/main" id="{DF6EB92D-D010-4A13-93AD-A27A90A48306}"/>
              </a:ext>
            </a:extLst>
          </p:cNvPr>
          <p:cNvSpPr>
            <a:spLocks noGrp="1"/>
          </p:cNvSpPr>
          <p:nvPr>
            <p:ph type="pic" sz="quarter" idx="14" hasCustomPrompt="1"/>
          </p:nvPr>
        </p:nvSpPr>
        <p:spPr>
          <a:xfrm>
            <a:off x="7534656" y="2316047"/>
            <a:ext cx="4657725" cy="2222500"/>
          </a:xfrm>
        </p:spPr>
        <p:txBody>
          <a:bodyPr/>
          <a:lstStyle>
            <a:lvl1pPr algn="ctr">
              <a:defRPr/>
            </a:lvl1pPr>
          </a:lstStyle>
          <a:p>
            <a:r>
              <a:rPr lang="en-US" dirty="0"/>
              <a:t>Click to add photo</a:t>
            </a:r>
          </a:p>
        </p:txBody>
      </p:sp>
      <p:sp>
        <p:nvSpPr>
          <p:cNvPr id="23" name="Picture Placeholder 17">
            <a:extLst>
              <a:ext uri="{FF2B5EF4-FFF2-40B4-BE49-F238E27FC236}">
                <a16:creationId xmlns:a16="http://schemas.microsoft.com/office/drawing/2014/main" id="{20568266-00E0-4C81-A71A-DCF95384109F}"/>
              </a:ext>
            </a:extLst>
          </p:cNvPr>
          <p:cNvSpPr>
            <a:spLocks noGrp="1"/>
          </p:cNvSpPr>
          <p:nvPr>
            <p:ph type="pic" sz="quarter" idx="15" hasCustomPrompt="1"/>
          </p:nvPr>
        </p:nvSpPr>
        <p:spPr>
          <a:xfrm>
            <a:off x="7535939" y="4634050"/>
            <a:ext cx="4657725" cy="2222500"/>
          </a:xfrm>
        </p:spPr>
        <p:txBody>
          <a:bodyPr/>
          <a:lstStyle>
            <a:lvl1pPr algn="ctr">
              <a:defRPr/>
            </a:lvl1pPr>
          </a:lstStyle>
          <a:p>
            <a:r>
              <a:rPr lang="en-US" dirty="0"/>
              <a:t>Click to add photo</a:t>
            </a:r>
          </a:p>
        </p:txBody>
      </p:sp>
      <p:sp>
        <p:nvSpPr>
          <p:cNvPr id="15" name="Date Placeholder 3">
            <a:extLst>
              <a:ext uri="{FF2B5EF4-FFF2-40B4-BE49-F238E27FC236}">
                <a16:creationId xmlns:a16="http://schemas.microsoft.com/office/drawing/2014/main" id="{4563FE3F-4195-477A-9AB3-F44871CE8B75}"/>
              </a:ext>
            </a:extLst>
          </p:cNvPr>
          <p:cNvSpPr>
            <a:spLocks noGrp="1"/>
          </p:cNvSpPr>
          <p:nvPr>
            <p:ph type="dt" sz="half" idx="10"/>
          </p:nvPr>
        </p:nvSpPr>
        <p:spPr>
          <a:xfrm>
            <a:off x="7295738" y="6356350"/>
            <a:ext cx="3033829" cy="365125"/>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20XX</a:t>
            </a:r>
          </a:p>
        </p:txBody>
      </p:sp>
      <p:sp>
        <p:nvSpPr>
          <p:cNvPr id="16" name="Slide Number Placeholder 7">
            <a:extLst>
              <a:ext uri="{FF2B5EF4-FFF2-40B4-BE49-F238E27FC236}">
                <a16:creationId xmlns:a16="http://schemas.microsoft.com/office/drawing/2014/main" id="{FF3A4E9C-6CC0-4587-BF21-5EC4C13DD0EB}"/>
              </a:ext>
            </a:extLst>
          </p:cNvPr>
          <p:cNvSpPr>
            <a:spLocks noGrp="1"/>
          </p:cNvSpPr>
          <p:nvPr>
            <p:ph type="sldNum" sz="quarter" idx="12"/>
          </p:nvPr>
        </p:nvSpPr>
        <p:spPr>
          <a:xfrm>
            <a:off x="10707939" y="6356350"/>
            <a:ext cx="844649" cy="365125"/>
          </a:xfrm>
        </p:spPr>
        <p:txBody>
          <a:bodyPr/>
          <a:lstStyle>
            <a:lvl1pPr>
              <a:defRPr>
                <a:solidFill>
                  <a:schemeClr val="bg1"/>
                </a:solidFill>
                <a:effectLst>
                  <a:outerShdw blurRad="38100" dist="38100" dir="2700000" algn="tl">
                    <a:srgbClr val="000000">
                      <a:alpha val="43137"/>
                    </a:srgbClr>
                  </a:outerShdw>
                </a:effectLst>
              </a:defRPr>
            </a:lvl1pPr>
          </a:lstStyle>
          <a:p>
            <a:fld id="{E20EFF4B-E35B-4DE6-97A9-05E54E649A15}" type="slidenum">
              <a:rPr lang="en-US" smtClean="0"/>
              <a:pPr/>
              <a:t>‹#›</a:t>
            </a:fld>
            <a:endParaRPr lang="en-US" dirty="0"/>
          </a:p>
        </p:txBody>
      </p:sp>
    </p:spTree>
    <p:extLst>
      <p:ext uri="{BB962C8B-B14F-4D97-AF65-F5344CB8AC3E}">
        <p14:creationId xmlns:p14="http://schemas.microsoft.com/office/powerpoint/2010/main" val="3570728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2907218-B50F-49FD-AD54-AB4516C4AEF0}"/>
              </a:ext>
              <a:ext uri="{C183D7F6-B498-43B3-948B-1728B52AA6E4}">
                <adec:decorative xmlns:adec="http://schemas.microsoft.com/office/drawing/2017/decorative" val="1"/>
              </a:ext>
            </a:extLst>
          </p:cNvPr>
          <p:cNvSpPr/>
          <p:nvPr userDrawn="1"/>
        </p:nvSpPr>
        <p:spPr>
          <a:xfrm>
            <a:off x="0" y="3429000"/>
            <a:ext cx="12192000" cy="2802362"/>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4" name="Rectangle 23">
            <a:extLst>
              <a:ext uri="{FF2B5EF4-FFF2-40B4-BE49-F238E27FC236}">
                <a16:creationId xmlns:a16="http://schemas.microsoft.com/office/drawing/2014/main" id="{FC9376FF-CCF9-409D-9C56-0478207D187A}"/>
              </a:ext>
              <a:ext uri="{C183D7F6-B498-43B3-948B-1728B52AA6E4}">
                <adec:decorative xmlns:adec="http://schemas.microsoft.com/office/drawing/2017/decorative" val="1"/>
              </a:ext>
            </a:extLst>
          </p:cNvPr>
          <p:cNvSpPr/>
          <p:nvPr userDrawn="1"/>
        </p:nvSpPr>
        <p:spPr>
          <a:xfrm>
            <a:off x="764187" y="3429000"/>
            <a:ext cx="10663626" cy="224872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5" name="Title 1">
            <a:extLst>
              <a:ext uri="{FF2B5EF4-FFF2-40B4-BE49-F238E27FC236}">
                <a16:creationId xmlns:a16="http://schemas.microsoft.com/office/drawing/2014/main" id="{100F12B7-72C7-4FE1-ACC5-E25F1F670C58}"/>
              </a:ext>
            </a:extLst>
          </p:cNvPr>
          <p:cNvSpPr>
            <a:spLocks noGrp="1"/>
          </p:cNvSpPr>
          <p:nvPr>
            <p:ph type="ctrTitle"/>
          </p:nvPr>
        </p:nvSpPr>
        <p:spPr>
          <a:xfrm>
            <a:off x="975359" y="3637127"/>
            <a:ext cx="10065679" cy="1493765"/>
          </a:xfrm>
        </p:spPr>
        <p:txBody>
          <a:bodyPr anchor="b">
            <a:normAutofit/>
          </a:bodyPr>
          <a:lstStyle>
            <a:lvl1pPr>
              <a:defRPr sz="5400"/>
            </a:lvl1pPr>
          </a:lstStyle>
          <a:p>
            <a:r>
              <a:rPr lang="en-US"/>
              <a:t>Click to edit Master title style</a:t>
            </a:r>
            <a:endParaRPr lang="en-US" dirty="0"/>
          </a:p>
        </p:txBody>
      </p:sp>
      <p:sp>
        <p:nvSpPr>
          <p:cNvPr id="26" name="Subtitle 2">
            <a:extLst>
              <a:ext uri="{FF2B5EF4-FFF2-40B4-BE49-F238E27FC236}">
                <a16:creationId xmlns:a16="http://schemas.microsoft.com/office/drawing/2014/main" id="{25F1DA91-F20A-4A08-93BE-9F98E06C4971}"/>
              </a:ext>
            </a:extLst>
          </p:cNvPr>
          <p:cNvSpPr>
            <a:spLocks noGrp="1"/>
          </p:cNvSpPr>
          <p:nvPr>
            <p:ph type="subTitle" idx="1"/>
          </p:nvPr>
        </p:nvSpPr>
        <p:spPr>
          <a:xfrm>
            <a:off x="973836" y="5023536"/>
            <a:ext cx="10065679" cy="569873"/>
          </a:xfrm>
        </p:spPr>
        <p:txBody>
          <a:bodyPr>
            <a:normAutofit/>
          </a:bodyPr>
          <a:lstStyle>
            <a:lvl1pPr>
              <a:defRPr b="0" cap="all" spc="600" baseline="0"/>
            </a:lvl1pPr>
          </a:lstStyle>
          <a:p>
            <a:pPr>
              <a:lnSpc>
                <a:spcPct val="120000"/>
              </a:lnSpc>
            </a:pPr>
            <a:r>
              <a:rPr lang="en-US" sz="2000"/>
              <a:t>Click to edit Master subtitle style</a:t>
            </a:r>
            <a:endParaRPr lang="en-US" sz="2000" dirty="0"/>
          </a:p>
        </p:txBody>
      </p:sp>
      <p:sp>
        <p:nvSpPr>
          <p:cNvPr id="27" name="Rectangle 26">
            <a:extLst>
              <a:ext uri="{FF2B5EF4-FFF2-40B4-BE49-F238E27FC236}">
                <a16:creationId xmlns:a16="http://schemas.microsoft.com/office/drawing/2014/main" id="{83A878EE-90F1-4A49-B6BE-AE85B98C9DA1}"/>
              </a:ext>
              <a:ext uri="{C183D7F6-B498-43B3-948B-1728B52AA6E4}">
                <adec:decorative xmlns:adec="http://schemas.microsoft.com/office/drawing/2017/decorative" val="1"/>
              </a:ext>
            </a:extLst>
          </p:cNvPr>
          <p:cNvSpPr/>
          <p:nvPr userDrawn="1"/>
        </p:nvSpPr>
        <p:spPr>
          <a:xfrm>
            <a:off x="763424" y="5677726"/>
            <a:ext cx="10661904" cy="1645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40" name="Picture Placeholder 31">
            <a:extLst>
              <a:ext uri="{FF2B5EF4-FFF2-40B4-BE49-F238E27FC236}">
                <a16:creationId xmlns:a16="http://schemas.microsoft.com/office/drawing/2014/main" id="{AD3270F6-1E4E-4411-8D4E-828E3720DCB2}"/>
              </a:ext>
            </a:extLst>
          </p:cNvPr>
          <p:cNvSpPr>
            <a:spLocks noGrp="1"/>
          </p:cNvSpPr>
          <p:nvPr>
            <p:ph type="pic" sz="quarter" idx="13" hasCustomPrompt="1"/>
          </p:nvPr>
        </p:nvSpPr>
        <p:spPr>
          <a:xfrm>
            <a:off x="763588" y="642938"/>
            <a:ext cx="2449512" cy="2476500"/>
          </a:xfrm>
        </p:spPr>
        <p:txBody>
          <a:bodyPr/>
          <a:lstStyle>
            <a:lvl1pPr algn="ctr">
              <a:defRPr/>
            </a:lvl1pPr>
          </a:lstStyle>
          <a:p>
            <a:r>
              <a:rPr lang="en-US" dirty="0"/>
              <a:t>Click to add photo</a:t>
            </a:r>
          </a:p>
        </p:txBody>
      </p:sp>
      <p:sp>
        <p:nvSpPr>
          <p:cNvPr id="41" name="Picture Placeholder 31">
            <a:extLst>
              <a:ext uri="{FF2B5EF4-FFF2-40B4-BE49-F238E27FC236}">
                <a16:creationId xmlns:a16="http://schemas.microsoft.com/office/drawing/2014/main" id="{EABF929F-94D1-4759-B7F8-13A234DA34CE}"/>
              </a:ext>
            </a:extLst>
          </p:cNvPr>
          <p:cNvSpPr>
            <a:spLocks noGrp="1"/>
          </p:cNvSpPr>
          <p:nvPr>
            <p:ph type="pic" sz="quarter" idx="14" hasCustomPrompt="1"/>
          </p:nvPr>
        </p:nvSpPr>
        <p:spPr>
          <a:xfrm>
            <a:off x="3502338" y="643636"/>
            <a:ext cx="2449512" cy="2476500"/>
          </a:xfrm>
        </p:spPr>
        <p:txBody>
          <a:bodyPr/>
          <a:lstStyle>
            <a:lvl1pPr algn="ctr">
              <a:defRPr/>
            </a:lvl1pPr>
          </a:lstStyle>
          <a:p>
            <a:r>
              <a:rPr lang="en-US" dirty="0"/>
              <a:t>Click to add photo</a:t>
            </a:r>
          </a:p>
        </p:txBody>
      </p:sp>
      <p:sp>
        <p:nvSpPr>
          <p:cNvPr id="43" name="Picture Placeholder 31">
            <a:extLst>
              <a:ext uri="{FF2B5EF4-FFF2-40B4-BE49-F238E27FC236}">
                <a16:creationId xmlns:a16="http://schemas.microsoft.com/office/drawing/2014/main" id="{BFF7B305-12DD-40D5-8129-BBA665ACA344}"/>
              </a:ext>
            </a:extLst>
          </p:cNvPr>
          <p:cNvSpPr>
            <a:spLocks noGrp="1"/>
          </p:cNvSpPr>
          <p:nvPr>
            <p:ph type="pic" sz="quarter" idx="16" hasCustomPrompt="1"/>
          </p:nvPr>
        </p:nvSpPr>
        <p:spPr>
          <a:xfrm>
            <a:off x="6240470" y="643636"/>
            <a:ext cx="2449512" cy="2476500"/>
          </a:xfrm>
        </p:spPr>
        <p:txBody>
          <a:bodyPr/>
          <a:lstStyle>
            <a:lvl1pPr algn="ctr">
              <a:defRPr/>
            </a:lvl1pPr>
          </a:lstStyle>
          <a:p>
            <a:r>
              <a:rPr lang="en-US" dirty="0"/>
              <a:t>Click to add photo</a:t>
            </a:r>
          </a:p>
        </p:txBody>
      </p:sp>
      <p:sp>
        <p:nvSpPr>
          <p:cNvPr id="42" name="Picture Placeholder 31">
            <a:extLst>
              <a:ext uri="{FF2B5EF4-FFF2-40B4-BE49-F238E27FC236}">
                <a16:creationId xmlns:a16="http://schemas.microsoft.com/office/drawing/2014/main" id="{9D7B5BDC-1B7A-4894-9620-E84D2D48F24C}"/>
              </a:ext>
            </a:extLst>
          </p:cNvPr>
          <p:cNvSpPr>
            <a:spLocks noGrp="1"/>
          </p:cNvSpPr>
          <p:nvPr>
            <p:ph type="pic" sz="quarter" idx="15" hasCustomPrompt="1"/>
          </p:nvPr>
        </p:nvSpPr>
        <p:spPr>
          <a:xfrm>
            <a:off x="8978301" y="643636"/>
            <a:ext cx="2449512" cy="2476500"/>
          </a:xfrm>
        </p:spPr>
        <p:txBody>
          <a:bodyPr/>
          <a:lstStyle>
            <a:lvl1pPr algn="ctr">
              <a:defRPr/>
            </a:lvl1pPr>
          </a:lstStyle>
          <a:p>
            <a:r>
              <a:rPr lang="en-US" dirty="0"/>
              <a:t>Click to add photo</a:t>
            </a:r>
          </a:p>
        </p:txBody>
      </p:sp>
      <p:sp>
        <p:nvSpPr>
          <p:cNvPr id="28" name="Footer Placeholder 7">
            <a:extLst>
              <a:ext uri="{FF2B5EF4-FFF2-40B4-BE49-F238E27FC236}">
                <a16:creationId xmlns:a16="http://schemas.microsoft.com/office/drawing/2014/main" id="{4E2B39E4-0727-4A5A-BC57-AA9E8DE04F22}"/>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29" name="Date Placeholder 5">
            <a:extLst>
              <a:ext uri="{FF2B5EF4-FFF2-40B4-BE49-F238E27FC236}">
                <a16:creationId xmlns:a16="http://schemas.microsoft.com/office/drawing/2014/main" id="{6E0AA390-7F09-4587-8C95-FD7A9C784898}"/>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30" name="Slide Number Placeholder 8">
            <a:extLst>
              <a:ext uri="{FF2B5EF4-FFF2-40B4-BE49-F238E27FC236}">
                <a16:creationId xmlns:a16="http://schemas.microsoft.com/office/drawing/2014/main" id="{02FAE9E6-8F24-4563-93BC-C0A14B8D47A4}"/>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16B81F-97CD-4934-852B-F0AECFD05DB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516767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E79F0E-E6F3-4029-A461-CBE56588470B}"/>
              </a:ext>
            </a:extLst>
          </p:cNvPr>
          <p:cNvSpPr/>
          <p:nvPr/>
        </p:nvSpPr>
        <p:spPr>
          <a:xfrm>
            <a:off x="0" y="0"/>
            <a:ext cx="12192000"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D5D58A2-1B1F-4DF4-936E-885ECC73E6F0}"/>
              </a:ext>
            </a:extLst>
          </p:cNvPr>
          <p:cNvSpPr/>
          <p:nvPr/>
        </p:nvSpPr>
        <p:spPr>
          <a:xfrm>
            <a:off x="350520" y="279792"/>
            <a:ext cx="11475720" cy="98630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rtlCol="0" anchor="ctr"/>
          <a:lstStyle/>
          <a:p>
            <a:endParaRPr lang="en-US" sz="2400" b="1" dirty="0">
              <a:latin typeface="Meiryo" panose="020B0604030504040204" pitchFamily="34" charset="-128"/>
              <a:ea typeface="Meiryo" panose="020B0604030504040204" pitchFamily="34" charset="-128"/>
            </a:endParaRPr>
          </a:p>
        </p:txBody>
      </p:sp>
      <p:sp>
        <p:nvSpPr>
          <p:cNvPr id="2" name="Title Placeholder 1">
            <a:extLst>
              <a:ext uri="{FF2B5EF4-FFF2-40B4-BE49-F238E27FC236}">
                <a16:creationId xmlns:a16="http://schemas.microsoft.com/office/drawing/2014/main" id="{2DD9B9AA-BDD3-49A4-84E0-99DC3EF10AFB}"/>
              </a:ext>
            </a:extLst>
          </p:cNvPr>
          <p:cNvSpPr>
            <a:spLocks noGrp="1"/>
          </p:cNvSpPr>
          <p:nvPr>
            <p:ph type="title"/>
          </p:nvPr>
        </p:nvSpPr>
        <p:spPr>
          <a:xfrm>
            <a:off x="639413" y="476086"/>
            <a:ext cx="10904435" cy="68960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B1D57-5959-4202-BB86-AFBA794FA532}"/>
              </a:ext>
            </a:extLst>
          </p:cNvPr>
          <p:cNvSpPr>
            <a:spLocks noGrp="1"/>
          </p:cNvSpPr>
          <p:nvPr>
            <p:ph type="body" idx="1"/>
          </p:nvPr>
        </p:nvSpPr>
        <p:spPr>
          <a:xfrm>
            <a:off x="639412" y="1639615"/>
            <a:ext cx="10904435" cy="45373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B0E3D2-19DD-4BA8-81DE-A095DB31E14C}"/>
              </a:ext>
            </a:extLst>
          </p:cNvPr>
          <p:cNvSpPr>
            <a:spLocks noGrp="1"/>
          </p:cNvSpPr>
          <p:nvPr>
            <p:ph type="dt" sz="half" idx="2"/>
          </p:nvPr>
        </p:nvSpPr>
        <p:spPr>
          <a:xfrm>
            <a:off x="7295738" y="6356350"/>
            <a:ext cx="3033829" cy="365125"/>
          </a:xfrm>
          <a:prstGeom prst="rect">
            <a:avLst/>
          </a:prstGeom>
        </p:spPr>
        <p:txBody>
          <a:bodyPr vert="horz" lIns="91440" tIns="45720" rIns="91440" bIns="45720" rtlCol="0" anchor="ctr"/>
          <a:lstStyle>
            <a:lvl1pPr algn="r">
              <a:defRPr sz="1200">
                <a:solidFill>
                  <a:schemeClr val="tx1">
                    <a:lumMod val="90000"/>
                    <a:lumOff val="10000"/>
                  </a:schemeClr>
                </a:solidFill>
              </a:defRPr>
            </a:lvl1pPr>
          </a:lstStyle>
          <a:p>
            <a:r>
              <a:rPr lang="en-US" dirty="0"/>
              <a:t>20XX</a:t>
            </a:r>
          </a:p>
        </p:txBody>
      </p:sp>
      <p:sp>
        <p:nvSpPr>
          <p:cNvPr id="5" name="Footer Placeholder 4">
            <a:extLst>
              <a:ext uri="{FF2B5EF4-FFF2-40B4-BE49-F238E27FC236}">
                <a16:creationId xmlns:a16="http://schemas.microsoft.com/office/drawing/2014/main" id="{B4962D90-3DF7-4BB4-808C-F89E354103E2}"/>
              </a:ext>
            </a:extLst>
          </p:cNvPr>
          <p:cNvSpPr>
            <a:spLocks noGrp="1"/>
          </p:cNvSpPr>
          <p:nvPr>
            <p:ph type="ftr" sz="quarter" idx="3"/>
          </p:nvPr>
        </p:nvSpPr>
        <p:spPr>
          <a:xfrm>
            <a:off x="639413" y="6356350"/>
            <a:ext cx="6291108" cy="365125"/>
          </a:xfrm>
          <a:prstGeom prst="rect">
            <a:avLst/>
          </a:prstGeom>
        </p:spPr>
        <p:txBody>
          <a:bodyPr vert="horz" lIns="91440" tIns="45720" rIns="91440" bIns="45720" rtlCol="0" anchor="ctr"/>
          <a:lstStyle>
            <a:lvl1pPr algn="l">
              <a:defRPr sz="1200">
                <a:solidFill>
                  <a:schemeClr val="tx1">
                    <a:lumMod val="90000"/>
                    <a:lumOff val="10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07276974-1464-4D58-B215-63300577672D}"/>
              </a:ext>
            </a:extLst>
          </p:cNvPr>
          <p:cNvSpPr>
            <a:spLocks noGrp="1"/>
          </p:cNvSpPr>
          <p:nvPr>
            <p:ph type="sldNum" sz="quarter" idx="4"/>
          </p:nvPr>
        </p:nvSpPr>
        <p:spPr>
          <a:xfrm>
            <a:off x="10707939" y="6356350"/>
            <a:ext cx="844649" cy="365125"/>
          </a:xfrm>
          <a:prstGeom prst="rect">
            <a:avLst/>
          </a:prstGeom>
        </p:spPr>
        <p:txBody>
          <a:bodyPr vert="horz" lIns="91440" tIns="45720" rIns="91440" bIns="45720" rtlCol="0" anchor="ctr"/>
          <a:lstStyle>
            <a:lvl1pPr algn="r">
              <a:defRPr sz="1200">
                <a:solidFill>
                  <a:schemeClr val="tx1">
                    <a:lumMod val="90000"/>
                    <a:lumOff val="10000"/>
                  </a:schemeClr>
                </a:solidFill>
              </a:defRPr>
            </a:lvl1pPr>
          </a:lstStyle>
          <a:p>
            <a:fld id="{E20EFF4B-E35B-4DE6-97A9-05E54E649A15}" type="slidenum">
              <a:rPr lang="en-US" smtClean="0"/>
              <a:pPr/>
              <a:t>‹#›</a:t>
            </a:fld>
            <a:endParaRPr lang="en-US" dirty="0"/>
          </a:p>
        </p:txBody>
      </p:sp>
    </p:spTree>
    <p:extLst>
      <p:ext uri="{BB962C8B-B14F-4D97-AF65-F5344CB8AC3E}">
        <p14:creationId xmlns:p14="http://schemas.microsoft.com/office/powerpoint/2010/main" val="34613804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3" r:id="rId12"/>
    <p:sldLayoutId id="2147483722" r:id="rId13"/>
  </p:sldLayoutIdLst>
  <p:hf hdr="0"/>
  <p:txStyles>
    <p:titleStyle>
      <a:lvl1pPr marL="0" algn="l" defTabSz="914400" rtl="0" eaLnBrk="1" latinLnBrk="0" hangingPunct="1">
        <a:lnSpc>
          <a:spcPct val="90000"/>
        </a:lnSpc>
        <a:spcBef>
          <a:spcPct val="0"/>
        </a:spcBef>
        <a:buNone/>
        <a:defRPr lang="en-US" sz="2400" b="1" kern="1200" spc="150" baseline="0" dirty="0" smtClean="0">
          <a:solidFill>
            <a:schemeClr val="tx1"/>
          </a:solidFill>
          <a:latin typeface="+mj-lt"/>
          <a:ea typeface="+mj-ea"/>
          <a:cs typeface="+mj-cs"/>
        </a:defRPr>
      </a:lvl1pPr>
    </p:titleStyle>
    <p:bodyStyle>
      <a:lvl1pPr marL="0" indent="0" algn="l" defTabSz="914400" rtl="0" eaLnBrk="1" latinLnBrk="0" hangingPunct="1">
        <a:lnSpc>
          <a:spcPct val="150000"/>
        </a:lnSpc>
        <a:spcBef>
          <a:spcPts val="1500"/>
        </a:spcBef>
        <a:buClr>
          <a:schemeClr val="accent2"/>
        </a:buClr>
        <a:buFontTx/>
        <a:buNone/>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ealestate.news/news/berks-county-property-deals-on-december-21-35070"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https://www.atwtyresandmags.com.au/2-easy-ways-real-estate-work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hyperlink" Target="https://www.pexels.com/photo/homes-houses-neighborhood-real-estate-1546160/"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3.xml"/><Relationship Id="rId5" Type="http://schemas.openxmlformats.org/officeDocument/2006/relationships/image" Target="../media/image15.jpe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2DFE6010-0FC2-4302-8ABC-58026AC355A6}"/>
              </a:ext>
            </a:extLst>
          </p:cNvPr>
          <p:cNvSpPr>
            <a:spLocks noGrp="1"/>
          </p:cNvSpPr>
          <p:nvPr>
            <p:ph type="title"/>
          </p:nvPr>
        </p:nvSpPr>
        <p:spPr>
          <a:xfrm>
            <a:off x="5937594" y="1328058"/>
            <a:ext cx="5096630" cy="2895150"/>
          </a:xfrm>
        </p:spPr>
        <p:txBody>
          <a:bodyPr>
            <a:normAutofit/>
          </a:bodyPr>
          <a:lstStyle/>
          <a:p>
            <a:r>
              <a:rPr lang="en-US" sz="2600" dirty="0"/>
              <a:t>Data-Driven Real Estate: </a:t>
            </a:r>
            <a:br>
              <a:rPr lang="en-US" sz="2600" dirty="0"/>
            </a:br>
            <a:r>
              <a:rPr lang="en-US" sz="2600" b="0" dirty="0"/>
              <a:t>A Machine Learning Solution </a:t>
            </a:r>
            <a:endParaRPr lang="en-US" sz="2600" dirty="0"/>
          </a:p>
        </p:txBody>
      </p:sp>
      <p:pic>
        <p:nvPicPr>
          <p:cNvPr id="13" name="Picture Placeholder 12">
            <a:extLst>
              <a:ext uri="{FF2B5EF4-FFF2-40B4-BE49-F238E27FC236}">
                <a16:creationId xmlns:a16="http://schemas.microsoft.com/office/drawing/2014/main" id="{79D0C4D2-EC8C-4F0F-AACB-309E76F4204E}"/>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a:stretch/>
        </p:blipFill>
        <p:spPr>
          <a:xfrm>
            <a:off x="639763" y="635000"/>
            <a:ext cx="4800600" cy="5578475"/>
          </a:xfrm>
        </p:spPr>
      </p:pic>
      <p:sp>
        <p:nvSpPr>
          <p:cNvPr id="4" name="Subtitle 3">
            <a:extLst>
              <a:ext uri="{FF2B5EF4-FFF2-40B4-BE49-F238E27FC236}">
                <a16:creationId xmlns:a16="http://schemas.microsoft.com/office/drawing/2014/main" id="{B71D9795-9EFD-4748-87B7-4471EFF00227}"/>
              </a:ext>
            </a:extLst>
          </p:cNvPr>
          <p:cNvSpPr>
            <a:spLocks noGrp="1"/>
          </p:cNvSpPr>
          <p:nvPr>
            <p:ph type="body" sz="quarter" idx="15"/>
          </p:nvPr>
        </p:nvSpPr>
        <p:spPr>
          <a:xfrm>
            <a:off x="5948480" y="4668045"/>
            <a:ext cx="5096630" cy="1545430"/>
          </a:xfrm>
        </p:spPr>
        <p:txBody>
          <a:bodyPr/>
          <a:lstStyle/>
          <a:p>
            <a:pPr algn="r"/>
            <a:r>
              <a:rPr lang="en-US" sz="1200" b="1" i="1" dirty="0"/>
              <a:t>Tanmay Bhongale</a:t>
            </a:r>
            <a:endParaRPr lang="en-IN" sz="1200" b="1" i="1" dirty="0"/>
          </a:p>
          <a:p>
            <a:pPr algn="r"/>
            <a:r>
              <a:rPr lang="en-IN" sz="1200" b="1" i="1" dirty="0"/>
              <a:t>Aditya Jadhav</a:t>
            </a:r>
          </a:p>
          <a:p>
            <a:pPr algn="r"/>
            <a:r>
              <a:rPr lang="en-IN" sz="1200" b="1" i="1" dirty="0"/>
              <a:t>Praful Tikkas</a:t>
            </a:r>
            <a:endParaRPr lang="en-IN" sz="1200" b="1" i="1" dirty="0">
              <a:effectLst/>
            </a:endParaRPr>
          </a:p>
        </p:txBody>
      </p:sp>
    </p:spTree>
    <p:extLst>
      <p:ext uri="{BB962C8B-B14F-4D97-AF65-F5344CB8AC3E}">
        <p14:creationId xmlns:p14="http://schemas.microsoft.com/office/powerpoint/2010/main" val="597852384"/>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descr="Drawing board with plans">
            <a:extLst>
              <a:ext uri="{FF2B5EF4-FFF2-40B4-BE49-F238E27FC236}">
                <a16:creationId xmlns:a16="http://schemas.microsoft.com/office/drawing/2014/main" id="{57347C71-A025-4239-BE2E-2992DCF014C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val="0"/>
              </a:ext>
            </a:extLst>
          </a:blip>
          <a:srcRect/>
          <a:stretch/>
        </p:blipFill>
        <p:spPr>
          <a:xfrm>
            <a:off x="3090671" y="0"/>
            <a:ext cx="3000249" cy="3382963"/>
          </a:xfrm>
        </p:spPr>
      </p:pic>
      <p:sp>
        <p:nvSpPr>
          <p:cNvPr id="65" name="Title 64">
            <a:extLst>
              <a:ext uri="{FF2B5EF4-FFF2-40B4-BE49-F238E27FC236}">
                <a16:creationId xmlns:a16="http://schemas.microsoft.com/office/drawing/2014/main" id="{A02D195B-D3D3-425B-A077-63F32D782516}"/>
              </a:ext>
            </a:extLst>
          </p:cNvPr>
          <p:cNvSpPr>
            <a:spLocks noGrp="1"/>
          </p:cNvSpPr>
          <p:nvPr>
            <p:ph type="title"/>
          </p:nvPr>
        </p:nvSpPr>
        <p:spPr>
          <a:xfrm>
            <a:off x="4063656" y="279792"/>
            <a:ext cx="7777824" cy="986304"/>
          </a:xfrm>
        </p:spPr>
        <p:txBody>
          <a:bodyPr/>
          <a:lstStyle/>
          <a:p>
            <a:r>
              <a:rPr lang="en-US" dirty="0"/>
              <a:t>Agenda</a:t>
            </a:r>
          </a:p>
        </p:txBody>
      </p:sp>
      <p:pic>
        <p:nvPicPr>
          <p:cNvPr id="26" name="Picture Placeholder 25">
            <a:extLst>
              <a:ext uri="{FF2B5EF4-FFF2-40B4-BE49-F238E27FC236}">
                <a16:creationId xmlns:a16="http://schemas.microsoft.com/office/drawing/2014/main" id="{2F81D125-F17E-48A1-A821-5FC214F1BFF3}"/>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a:stretch/>
        </p:blipFill>
        <p:spPr>
          <a:xfrm>
            <a:off x="0" y="0"/>
            <a:ext cx="2997708" cy="3382963"/>
          </a:xfrm>
        </p:spPr>
      </p:pic>
      <p:pic>
        <p:nvPicPr>
          <p:cNvPr id="20" name="Picture Placeholder 19" descr="A picture containing a neighbourhood">
            <a:extLst>
              <a:ext uri="{FF2B5EF4-FFF2-40B4-BE49-F238E27FC236}">
                <a16:creationId xmlns:a16="http://schemas.microsoft.com/office/drawing/2014/main" id="{30AAD166-824C-4987-89B1-0277823B5CA2}"/>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0" y="3475038"/>
            <a:ext cx="6096000" cy="3382962"/>
          </a:xfrm>
        </p:spPr>
      </p:pic>
      <p:sp>
        <p:nvSpPr>
          <p:cNvPr id="13" name="Content Placeholder 12">
            <a:extLst>
              <a:ext uri="{FF2B5EF4-FFF2-40B4-BE49-F238E27FC236}">
                <a16:creationId xmlns:a16="http://schemas.microsoft.com/office/drawing/2014/main" id="{6EA2EEAC-45AF-4B25-A661-594C6F81AED2}"/>
              </a:ext>
            </a:extLst>
          </p:cNvPr>
          <p:cNvSpPr>
            <a:spLocks noGrp="1"/>
          </p:cNvSpPr>
          <p:nvPr>
            <p:ph idx="1"/>
          </p:nvPr>
        </p:nvSpPr>
        <p:spPr>
          <a:xfrm>
            <a:off x="6735147" y="1639615"/>
            <a:ext cx="4817441" cy="4537348"/>
          </a:xfrm>
        </p:spPr>
        <p:txBody>
          <a:bodyPr>
            <a:normAutofit fontScale="92500" lnSpcReduction="20000"/>
          </a:bodyPr>
          <a:lstStyle/>
          <a:p>
            <a:r>
              <a:rPr lang="en-US" b="0" dirty="0"/>
              <a:t>Transforming Property Valuation with Data</a:t>
            </a:r>
          </a:p>
          <a:p>
            <a:r>
              <a:rPr lang="en-US" b="0" dirty="0"/>
              <a:t>The Data Problem: Garbage In, Garbage Out - </a:t>
            </a:r>
          </a:p>
          <a:p>
            <a:r>
              <a:rPr lang="en-US" b="0" dirty="0"/>
              <a:t>Domain-Aware Data Cleaning &amp; Feature Creation</a:t>
            </a:r>
          </a:p>
          <a:p>
            <a:r>
              <a:rPr lang="en-US" b="0" dirty="0"/>
              <a:t>Model Performance: Simplicity Outperforms Complexity </a:t>
            </a:r>
          </a:p>
          <a:p>
            <a:r>
              <a:rPr lang="en-US" b="0" dirty="0"/>
              <a:t>From User Click to Price Estimate </a:t>
            </a:r>
          </a:p>
          <a:p>
            <a:r>
              <a:rPr lang="en-US" b="0" dirty="0"/>
              <a:t>Ready for Use &amp; Future Growth </a:t>
            </a:r>
          </a:p>
          <a:p>
            <a:r>
              <a:rPr lang="en-US" b="0" dirty="0"/>
              <a:t>Delivering a Reliable, Practical AI Solution </a:t>
            </a:r>
          </a:p>
        </p:txBody>
      </p:sp>
    </p:spTree>
    <p:extLst>
      <p:ext uri="{BB962C8B-B14F-4D97-AF65-F5344CB8AC3E}">
        <p14:creationId xmlns:p14="http://schemas.microsoft.com/office/powerpoint/2010/main" val="22271512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BCB1DEF-582B-4FC9-B123-A12DDCA563CF}"/>
              </a:ext>
            </a:extLst>
          </p:cNvPr>
          <p:cNvSpPr>
            <a:spLocks noGrp="1"/>
          </p:cNvSpPr>
          <p:nvPr>
            <p:ph type="title"/>
          </p:nvPr>
        </p:nvSpPr>
        <p:spPr>
          <a:xfrm>
            <a:off x="347332" y="278342"/>
            <a:ext cx="7777823" cy="986304"/>
          </a:xfrm>
        </p:spPr>
        <p:txBody>
          <a:bodyPr>
            <a:normAutofit fontScale="90000"/>
          </a:bodyPr>
          <a:lstStyle/>
          <a:p>
            <a:r>
              <a:rPr lang="en-US" dirty="0"/>
              <a:t>Transforming Property Valuation with Data</a:t>
            </a:r>
          </a:p>
        </p:txBody>
      </p:sp>
      <p:sp>
        <p:nvSpPr>
          <p:cNvPr id="16" name="Content Placeholder 15">
            <a:extLst>
              <a:ext uri="{FF2B5EF4-FFF2-40B4-BE49-F238E27FC236}">
                <a16:creationId xmlns:a16="http://schemas.microsoft.com/office/drawing/2014/main" id="{D18C5606-8E3D-48B1-A5B2-3FACEBEDCA14}"/>
              </a:ext>
            </a:extLst>
          </p:cNvPr>
          <p:cNvSpPr>
            <a:spLocks noGrp="1"/>
          </p:cNvSpPr>
          <p:nvPr>
            <p:ph idx="1"/>
          </p:nvPr>
        </p:nvSpPr>
        <p:spPr>
          <a:xfrm>
            <a:off x="347332" y="1653479"/>
            <a:ext cx="6583187" cy="4537348"/>
          </a:xfrm>
        </p:spPr>
        <p:txBody>
          <a:bodyPr>
            <a:normAutofit lnSpcReduction="10000"/>
          </a:bodyPr>
          <a:lstStyle/>
          <a:p>
            <a:r>
              <a:rPr lang="en-IN" dirty="0"/>
              <a:t>Key Achievements:</a:t>
            </a:r>
            <a:endParaRPr lang="en-IN" b="0" dirty="0"/>
          </a:p>
          <a:p>
            <a:pPr marL="285750" lvl="1" indent="-285750">
              <a:buFont typeface="Arial" panose="020B0604020202020204" pitchFamily="34" charset="0"/>
              <a:buChar char="•"/>
            </a:pPr>
            <a:r>
              <a:rPr lang="en-IN" b="1" dirty="0"/>
              <a:t>High Accuracy:</a:t>
            </a:r>
            <a:r>
              <a:rPr lang="en-IN" dirty="0"/>
              <a:t> 84.5% R² Score with a simple, interpretable model.</a:t>
            </a:r>
          </a:p>
          <a:p>
            <a:pPr marL="285750" lvl="1" indent="-285750">
              <a:buFont typeface="Arial" panose="020B0604020202020204" pitchFamily="34" charset="0"/>
              <a:buChar char="•"/>
            </a:pPr>
            <a:r>
              <a:rPr lang="en-IN" b="1" dirty="0"/>
              <a:t>Robust Data Pipeline:</a:t>
            </a:r>
            <a:r>
              <a:rPr lang="en-IN" dirty="0"/>
              <a:t> Cleansed 13K+ listings to 7.2K high-quality samples.</a:t>
            </a:r>
          </a:p>
          <a:p>
            <a:pPr marL="285750" lvl="1" indent="-285750">
              <a:buFont typeface="Arial" panose="020B0604020202020204" pitchFamily="34" charset="0"/>
              <a:buChar char="•"/>
            </a:pPr>
            <a:r>
              <a:rPr lang="en-IN" b="1" dirty="0"/>
              <a:t>Deployed Solution:</a:t>
            </a:r>
            <a:r>
              <a:rPr lang="en-IN" dirty="0"/>
              <a:t> Interactive web app for instant, user-friendly predictions.</a:t>
            </a:r>
          </a:p>
          <a:p>
            <a:pPr marL="285750" lvl="1" indent="-285750">
              <a:buFont typeface="Arial" panose="020B0604020202020204" pitchFamily="34" charset="0"/>
              <a:buChar char="•"/>
            </a:pPr>
            <a:r>
              <a:rPr lang="en-IN" b="1" dirty="0"/>
              <a:t>Domain-Integrated:</a:t>
            </a:r>
            <a:r>
              <a:rPr lang="en-IN" dirty="0"/>
              <a:t> Built with real-world business logic at its core.</a:t>
            </a:r>
          </a:p>
          <a:p>
            <a:pPr marL="285750" indent="-285750">
              <a:buFont typeface="Arial" panose="020B0604020202020204" pitchFamily="34" charset="0"/>
              <a:buChar char="•"/>
            </a:pPr>
            <a:r>
              <a:rPr lang="en-IN" dirty="0"/>
              <a:t>Core Value:</a:t>
            </a:r>
            <a:r>
              <a:rPr lang="en-IN" b="0" dirty="0"/>
              <a:t> Provides data-driven, consistent, and transparent price estimates for buyers, sellers, and agents.</a:t>
            </a:r>
          </a:p>
          <a:p>
            <a:endParaRPr lang="en-IN" b="0" dirty="0"/>
          </a:p>
        </p:txBody>
      </p:sp>
      <p:pic>
        <p:nvPicPr>
          <p:cNvPr id="19" name="Picture Placeholder 18">
            <a:extLst>
              <a:ext uri="{FF2B5EF4-FFF2-40B4-BE49-F238E27FC236}">
                <a16:creationId xmlns:a16="http://schemas.microsoft.com/office/drawing/2014/main" id="{A22AFFA2-2E0F-48A8-9716-82CED2603D18}"/>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a:stretch/>
        </p:blipFill>
        <p:spPr>
          <a:xfrm>
            <a:off x="7526867" y="0"/>
            <a:ext cx="4665133" cy="2222500"/>
          </a:xfrm>
        </p:spPr>
      </p:pic>
      <p:pic>
        <p:nvPicPr>
          <p:cNvPr id="41" name="Picture Placeholder 40" descr="A close-up of a person's hand holding a piece of wood">
            <a:extLst>
              <a:ext uri="{FF2B5EF4-FFF2-40B4-BE49-F238E27FC236}">
                <a16:creationId xmlns:a16="http://schemas.microsoft.com/office/drawing/2014/main" id="{640B9B52-3518-4B26-8977-6405BA4345E0}"/>
              </a:ext>
            </a:extLst>
          </p:cNvPr>
          <p:cNvPicPr>
            <a:picLocks noGrp="1" noChangeAspect="1"/>
          </p:cNvPicPr>
          <p:nvPr>
            <p:ph type="pic" sz="quarter" idx="14"/>
          </p:nvPr>
        </p:nvPicPr>
        <p:blipFill rotWithShape="1">
          <a:blip r:embed="rId5" cstate="screen">
            <a:extLst>
              <a:ext uri="{28A0092B-C50C-407E-A947-70E740481C1C}">
                <a14:useLocalDpi xmlns:a14="http://schemas.microsoft.com/office/drawing/2010/main" val="0"/>
              </a:ext>
            </a:extLst>
          </a:blip>
          <a:srcRect/>
          <a:stretch/>
        </p:blipFill>
        <p:spPr>
          <a:xfrm>
            <a:off x="7534656" y="2316047"/>
            <a:ext cx="4657725" cy="2222500"/>
          </a:xfrm>
        </p:spPr>
      </p:pic>
      <p:pic>
        <p:nvPicPr>
          <p:cNvPr id="43" name="Picture Placeholder 42" descr="A silver key on a blueprint">
            <a:extLst>
              <a:ext uri="{FF2B5EF4-FFF2-40B4-BE49-F238E27FC236}">
                <a16:creationId xmlns:a16="http://schemas.microsoft.com/office/drawing/2014/main" id="{3C1D029A-2E20-486A-9A85-3AC2619CD649}"/>
              </a:ext>
            </a:extLst>
          </p:cNvPr>
          <p:cNvPicPr>
            <a:picLocks noGrp="1" noChangeAspect="1"/>
          </p:cNvPicPr>
          <p:nvPr>
            <p:ph type="pic" sz="quarter" idx="15"/>
          </p:nvPr>
        </p:nvPicPr>
        <p:blipFill rotWithShape="1">
          <a:blip r:embed="rId6" cstate="screen">
            <a:extLst>
              <a:ext uri="{28A0092B-C50C-407E-A947-70E740481C1C}">
                <a14:useLocalDpi xmlns:a14="http://schemas.microsoft.com/office/drawing/2010/main" val="0"/>
              </a:ext>
            </a:extLst>
          </a:blip>
          <a:srcRect/>
          <a:stretch/>
        </p:blipFill>
        <p:spPr>
          <a:xfrm>
            <a:off x="7535939" y="4634050"/>
            <a:ext cx="4657725" cy="2222500"/>
          </a:xfrm>
        </p:spPr>
      </p:pic>
    </p:spTree>
    <p:extLst>
      <p:ext uri="{BB962C8B-B14F-4D97-AF65-F5344CB8AC3E}">
        <p14:creationId xmlns:p14="http://schemas.microsoft.com/office/powerpoint/2010/main" val="2904496487"/>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D59B0-4E47-8298-FB3A-D5C5237B9330}"/>
              </a:ext>
            </a:extLst>
          </p:cNvPr>
          <p:cNvSpPr>
            <a:spLocks noGrp="1"/>
          </p:cNvSpPr>
          <p:nvPr>
            <p:ph type="title"/>
          </p:nvPr>
        </p:nvSpPr>
        <p:spPr/>
        <p:txBody>
          <a:bodyPr/>
          <a:lstStyle/>
          <a:p>
            <a:r>
              <a:rPr lang="en-US" dirty="0"/>
              <a:t>The Data Problem: </a:t>
            </a:r>
            <a:r>
              <a:rPr lang="en-US" b="0" dirty="0"/>
              <a:t>Garbage In, Garbage Out</a:t>
            </a:r>
            <a:endParaRPr lang="en-IN" b="0" dirty="0"/>
          </a:p>
        </p:txBody>
      </p:sp>
      <p:sp>
        <p:nvSpPr>
          <p:cNvPr id="11" name="Content Placeholder 15">
            <a:extLst>
              <a:ext uri="{FF2B5EF4-FFF2-40B4-BE49-F238E27FC236}">
                <a16:creationId xmlns:a16="http://schemas.microsoft.com/office/drawing/2014/main" id="{D222B697-A611-BB56-6F67-16BCF668A2C4}"/>
              </a:ext>
            </a:extLst>
          </p:cNvPr>
          <p:cNvSpPr txBox="1">
            <a:spLocks/>
          </p:cNvSpPr>
          <p:nvPr/>
        </p:nvSpPr>
        <p:spPr>
          <a:xfrm>
            <a:off x="347333" y="1653479"/>
            <a:ext cx="7175258" cy="4537348"/>
          </a:xfrm>
          <a:prstGeom prst="rect">
            <a:avLst/>
          </a:prstGeom>
        </p:spPr>
        <p:txBody>
          <a:bodyPr>
            <a:normAutofit lnSpcReduction="10000"/>
          </a:bodyPr>
          <a:lstStyle>
            <a:lvl1pPr marL="0" indent="0" algn="l" defTabSz="914400" rtl="0" eaLnBrk="1" latinLnBrk="0" hangingPunct="1">
              <a:lnSpc>
                <a:spcPct val="150000"/>
              </a:lnSpc>
              <a:spcBef>
                <a:spcPts val="1500"/>
              </a:spcBef>
              <a:buClr>
                <a:schemeClr val="accent2"/>
              </a:buClr>
              <a:buFontTx/>
              <a:buNone/>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IN" dirty="0"/>
              <a:t>Before:</a:t>
            </a:r>
            <a:endParaRPr lang="en-IN" b="0" dirty="0"/>
          </a:p>
          <a:p>
            <a:pPr marL="285750" lvl="3" indent="-285750">
              <a:buFont typeface="Wingdings" panose="05000000000000000000" pitchFamily="2" charset="2"/>
              <a:buChar char="Ø"/>
            </a:pPr>
            <a:r>
              <a:rPr lang="en-IN" b="1" dirty="0"/>
              <a:t>size: </a:t>
            </a:r>
            <a:r>
              <a:rPr lang="en-IN" dirty="0"/>
              <a:t>"2 BHK", "3 Bedroom", "4BHK"</a:t>
            </a:r>
          </a:p>
          <a:p>
            <a:pPr marL="285750" lvl="3" indent="-285750">
              <a:buFont typeface="Wingdings" panose="05000000000000000000" pitchFamily="2" charset="2"/>
              <a:buChar char="Ø"/>
            </a:pPr>
            <a:r>
              <a:rPr lang="en-IN" b="1" dirty="0" err="1"/>
              <a:t>total_sqft</a:t>
            </a:r>
            <a:r>
              <a:rPr lang="en-IN" dirty="0"/>
              <a:t>: "1200-1800", "2100 sq. meter", "3.5"</a:t>
            </a:r>
          </a:p>
          <a:p>
            <a:pPr marL="285750" lvl="3" indent="-285750">
              <a:buFont typeface="Wingdings" panose="05000000000000000000" pitchFamily="2" charset="2"/>
              <a:buChar char="Ø"/>
            </a:pPr>
            <a:r>
              <a:rPr lang="en-IN" b="1" dirty="0"/>
              <a:t>location</a:t>
            </a:r>
            <a:r>
              <a:rPr lang="en-IN" dirty="0"/>
              <a:t>: 1306 unique, sparse values</a:t>
            </a:r>
          </a:p>
          <a:p>
            <a:pPr marL="285750" lvl="3" indent="-285750">
              <a:buFont typeface="Wingdings" panose="05000000000000000000" pitchFamily="2" charset="2"/>
              <a:buChar char="Ø"/>
            </a:pPr>
            <a:r>
              <a:rPr lang="en-IN" b="1" dirty="0"/>
              <a:t>society: </a:t>
            </a:r>
            <a:r>
              <a:rPr lang="en-IN" dirty="0"/>
              <a:t>41% missing</a:t>
            </a:r>
          </a:p>
          <a:p>
            <a:pPr marL="285750" lvl="3" indent="-285750">
              <a:buFont typeface="Wingdings" panose="05000000000000000000" pitchFamily="2" charset="2"/>
              <a:buChar char="Ø"/>
            </a:pPr>
            <a:r>
              <a:rPr lang="en-IN" b="1" dirty="0"/>
              <a:t>Result: </a:t>
            </a:r>
            <a:r>
              <a:rPr lang="en-IN" dirty="0"/>
              <a:t>Unreliable models, hidden biases.</a:t>
            </a:r>
          </a:p>
          <a:p>
            <a:pPr marL="285750" indent="-285750">
              <a:buSzPct val="102000"/>
              <a:buFont typeface="Arial" panose="020B0604020202020204" pitchFamily="34" charset="0"/>
              <a:buChar char="•"/>
            </a:pPr>
            <a:r>
              <a:rPr lang="en-IN" dirty="0"/>
              <a:t>After:</a:t>
            </a:r>
            <a:endParaRPr lang="en-IN" b="0" dirty="0"/>
          </a:p>
          <a:p>
            <a:pPr marL="285750" lvl="2" indent="-285750">
              <a:buFont typeface="Wingdings" panose="05000000000000000000" pitchFamily="2" charset="2"/>
              <a:buChar char="Ø"/>
            </a:pPr>
            <a:r>
              <a:rPr lang="en-IN" b="1" dirty="0"/>
              <a:t>BHK: </a:t>
            </a:r>
            <a:r>
              <a:rPr lang="en-IN" dirty="0"/>
              <a:t>2 (numeric)</a:t>
            </a:r>
          </a:p>
          <a:p>
            <a:pPr marL="285750" lvl="2" indent="-285750">
              <a:buFont typeface="Wingdings" panose="05000000000000000000" pitchFamily="2" charset="2"/>
              <a:buChar char="Ø"/>
            </a:pPr>
            <a:r>
              <a:rPr lang="en-IN" b="1" dirty="0" err="1"/>
              <a:t>Total_Sqft</a:t>
            </a:r>
            <a:r>
              <a:rPr lang="en-IN" dirty="0"/>
              <a:t>: 1500 (standardized)</a:t>
            </a:r>
          </a:p>
          <a:p>
            <a:pPr marL="285750" lvl="2" indent="-285750">
              <a:buFont typeface="Wingdings" panose="05000000000000000000" pitchFamily="2" charset="2"/>
              <a:buChar char="Ø"/>
            </a:pPr>
            <a:r>
              <a:rPr lang="en-IN" b="1" dirty="0"/>
              <a:t>Location: </a:t>
            </a:r>
            <a:r>
              <a:rPr lang="en-IN" dirty="0"/>
              <a:t>244 optimized categories</a:t>
            </a:r>
          </a:p>
          <a:p>
            <a:pPr marL="285750" lvl="2" indent="-285750">
              <a:buFont typeface="Wingdings" panose="05000000000000000000" pitchFamily="2" charset="2"/>
              <a:buChar char="Ø"/>
            </a:pPr>
            <a:r>
              <a:rPr lang="en-IN" b="1" dirty="0" err="1"/>
              <a:t>Price_per_sqft</a:t>
            </a:r>
            <a:r>
              <a:rPr lang="en-IN" b="1" dirty="0"/>
              <a:t>: </a:t>
            </a:r>
            <a:r>
              <a:rPr lang="en-IN" dirty="0"/>
              <a:t>5500 (new feature)</a:t>
            </a:r>
          </a:p>
          <a:p>
            <a:pPr marL="285750" lvl="2" indent="-285750">
              <a:buFont typeface="Wingdings" panose="05000000000000000000" pitchFamily="2" charset="2"/>
              <a:buChar char="Ø"/>
            </a:pPr>
            <a:r>
              <a:rPr lang="en-IN" b="1" dirty="0"/>
              <a:t>Result: </a:t>
            </a:r>
            <a:r>
              <a:rPr lang="en-IN" dirty="0"/>
              <a:t>7,251 high-integrity samples.</a:t>
            </a:r>
          </a:p>
        </p:txBody>
      </p:sp>
    </p:spTree>
    <p:extLst>
      <p:ext uri="{BB962C8B-B14F-4D97-AF65-F5344CB8AC3E}">
        <p14:creationId xmlns:p14="http://schemas.microsoft.com/office/powerpoint/2010/main" val="3040153572"/>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69A17-B02D-AFE9-F1A4-6FA667D02D38}"/>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23522FB6-D11B-7035-7E02-0BB29084A617}"/>
              </a:ext>
            </a:extLst>
          </p:cNvPr>
          <p:cNvSpPr>
            <a:spLocks noGrp="1"/>
          </p:cNvSpPr>
          <p:nvPr>
            <p:ph type="title"/>
          </p:nvPr>
        </p:nvSpPr>
        <p:spPr>
          <a:xfrm>
            <a:off x="347332" y="278342"/>
            <a:ext cx="7777823" cy="986304"/>
          </a:xfrm>
        </p:spPr>
        <p:txBody>
          <a:bodyPr>
            <a:normAutofit fontScale="90000"/>
          </a:bodyPr>
          <a:lstStyle/>
          <a:p>
            <a:r>
              <a:rPr lang="en-US" dirty="0"/>
              <a:t>Domain-Aware Data Cleaning &amp; Feature Creation</a:t>
            </a:r>
          </a:p>
        </p:txBody>
      </p:sp>
      <p:sp>
        <p:nvSpPr>
          <p:cNvPr id="16" name="Content Placeholder 15">
            <a:extLst>
              <a:ext uri="{FF2B5EF4-FFF2-40B4-BE49-F238E27FC236}">
                <a16:creationId xmlns:a16="http://schemas.microsoft.com/office/drawing/2014/main" id="{15A7813E-62AD-2500-CC1C-9D3463034443}"/>
              </a:ext>
            </a:extLst>
          </p:cNvPr>
          <p:cNvSpPr>
            <a:spLocks noGrp="1"/>
          </p:cNvSpPr>
          <p:nvPr>
            <p:ph idx="1"/>
          </p:nvPr>
        </p:nvSpPr>
        <p:spPr>
          <a:xfrm>
            <a:off x="347332" y="1653479"/>
            <a:ext cx="6583187" cy="4537348"/>
          </a:xfrm>
        </p:spPr>
        <p:txBody>
          <a:bodyPr>
            <a:normAutofit lnSpcReduction="10000"/>
          </a:bodyPr>
          <a:lstStyle/>
          <a:p>
            <a:pPr marL="285750" lvl="1" indent="-285750">
              <a:buFont typeface="Arial" panose="020B0604020202020204" pitchFamily="34" charset="0"/>
              <a:buChar char="•"/>
            </a:pPr>
            <a:r>
              <a:rPr lang="en-IN" b="1" dirty="0"/>
              <a:t>Feature Engineering:</a:t>
            </a:r>
          </a:p>
          <a:p>
            <a:pPr lvl="1"/>
            <a:r>
              <a:rPr lang="en-IN" dirty="0"/>
              <a:t>Extract numeric BHK.</a:t>
            </a:r>
          </a:p>
          <a:p>
            <a:pPr lvl="2"/>
            <a:r>
              <a:rPr lang="en-IN" dirty="0"/>
              <a:t>Standardize Square Footage.</a:t>
            </a:r>
          </a:p>
          <a:p>
            <a:pPr lvl="2"/>
            <a:r>
              <a:rPr lang="en-IN" dirty="0"/>
              <a:t>Create </a:t>
            </a:r>
            <a:r>
              <a:rPr lang="en-IN" dirty="0" err="1"/>
              <a:t>Price_per_sqft</a:t>
            </a:r>
            <a:r>
              <a:rPr lang="en-IN" dirty="0"/>
              <a:t> for normalization.</a:t>
            </a:r>
          </a:p>
          <a:p>
            <a:pPr lvl="2"/>
            <a:r>
              <a:rPr lang="en-IN" dirty="0"/>
              <a:t>Optimize Location (group rare ones).</a:t>
            </a:r>
          </a:p>
          <a:p>
            <a:pPr marL="285750" lvl="1" indent="-285750">
              <a:buFont typeface="Arial" panose="020B0604020202020204" pitchFamily="34" charset="0"/>
              <a:buChar char="•"/>
            </a:pPr>
            <a:r>
              <a:rPr lang="en-IN" b="1" dirty="0"/>
              <a:t>Intelligent Outlier Removal (4 Layers):</a:t>
            </a:r>
            <a:endParaRPr lang="en-IN" dirty="0"/>
          </a:p>
          <a:p>
            <a:pPr lvl="2"/>
            <a:r>
              <a:rPr lang="en-IN" b="1" dirty="0"/>
              <a:t>Physical:</a:t>
            </a:r>
            <a:r>
              <a:rPr lang="en-IN" dirty="0"/>
              <a:t> Min. 300 </a:t>
            </a:r>
            <a:r>
              <a:rPr lang="en-IN" dirty="0" err="1"/>
              <a:t>sqft</a:t>
            </a:r>
            <a:r>
              <a:rPr lang="en-IN" dirty="0"/>
              <a:t>/bedroom.</a:t>
            </a:r>
          </a:p>
          <a:p>
            <a:pPr lvl="2"/>
            <a:r>
              <a:rPr lang="en-IN" b="1" dirty="0"/>
              <a:t>Statistical:</a:t>
            </a:r>
            <a:r>
              <a:rPr lang="en-IN" dirty="0"/>
              <a:t> Price/</a:t>
            </a:r>
            <a:r>
              <a:rPr lang="en-IN" dirty="0" err="1"/>
              <a:t>sqft</a:t>
            </a:r>
            <a:r>
              <a:rPr lang="en-IN" dirty="0"/>
              <a:t> within 1 std dev.</a:t>
            </a:r>
          </a:p>
          <a:p>
            <a:pPr lvl="2"/>
            <a:r>
              <a:rPr lang="en-IN" b="1" dirty="0"/>
              <a:t>Logical:</a:t>
            </a:r>
            <a:r>
              <a:rPr lang="en-IN" dirty="0"/>
              <a:t> Size vs. Price consistency.</a:t>
            </a:r>
          </a:p>
          <a:p>
            <a:pPr lvl="2"/>
            <a:r>
              <a:rPr lang="en-IN" b="1" dirty="0"/>
              <a:t>Domain:</a:t>
            </a:r>
            <a:r>
              <a:rPr lang="en-IN" dirty="0"/>
              <a:t> Bathroom-to-Bedroom ratio.</a:t>
            </a:r>
          </a:p>
          <a:p>
            <a:r>
              <a:rPr lang="en-IN" dirty="0"/>
              <a:t>Impact:</a:t>
            </a:r>
            <a:r>
              <a:rPr lang="en-IN" b="0" dirty="0"/>
              <a:t> </a:t>
            </a:r>
            <a:r>
              <a:rPr lang="en-IN" dirty="0"/>
              <a:t>Removed 45.6% of data</a:t>
            </a:r>
            <a:r>
              <a:rPr lang="en-IN" b="0" dirty="0"/>
              <a:t> as outliers/errors, ensuring model learns only valid patterns.</a:t>
            </a:r>
          </a:p>
        </p:txBody>
      </p:sp>
      <p:pic>
        <p:nvPicPr>
          <p:cNvPr id="19" name="Picture Placeholder 18" descr="A picture containing building, outdoor, construction">
            <a:extLst>
              <a:ext uri="{FF2B5EF4-FFF2-40B4-BE49-F238E27FC236}">
                <a16:creationId xmlns:a16="http://schemas.microsoft.com/office/drawing/2014/main" id="{B115742B-BC96-3331-2A57-94E88BCF0F4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7526867" y="0"/>
            <a:ext cx="4665133" cy="2222500"/>
          </a:xfrm>
        </p:spPr>
      </p:pic>
      <p:pic>
        <p:nvPicPr>
          <p:cNvPr id="41" name="Picture Placeholder 40" descr="A close-up of a person's hand holding a piece of wood">
            <a:extLst>
              <a:ext uri="{FF2B5EF4-FFF2-40B4-BE49-F238E27FC236}">
                <a16:creationId xmlns:a16="http://schemas.microsoft.com/office/drawing/2014/main" id="{ECF1E9A8-880B-7600-39F2-56D112D392F0}"/>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7534656" y="2316047"/>
            <a:ext cx="4657725" cy="2222500"/>
          </a:xfrm>
        </p:spPr>
      </p:pic>
      <p:pic>
        <p:nvPicPr>
          <p:cNvPr id="43" name="Picture Placeholder 42" descr="A silver key on a blueprint">
            <a:extLst>
              <a:ext uri="{FF2B5EF4-FFF2-40B4-BE49-F238E27FC236}">
                <a16:creationId xmlns:a16="http://schemas.microsoft.com/office/drawing/2014/main" id="{2C604148-DD16-5200-1DCC-36887137DF04}"/>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7535939" y="4634050"/>
            <a:ext cx="4657725" cy="2222500"/>
          </a:xfrm>
        </p:spPr>
      </p:pic>
    </p:spTree>
    <p:extLst>
      <p:ext uri="{BB962C8B-B14F-4D97-AF65-F5344CB8AC3E}">
        <p14:creationId xmlns:p14="http://schemas.microsoft.com/office/powerpoint/2010/main" val="2131212948"/>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5D3CB32-EDA2-44B7-BC99-30538BFA8A9E}"/>
              </a:ext>
            </a:extLst>
          </p:cNvPr>
          <p:cNvSpPr>
            <a:spLocks noGrp="1"/>
          </p:cNvSpPr>
          <p:nvPr>
            <p:ph type="title"/>
          </p:nvPr>
        </p:nvSpPr>
        <p:spPr>
          <a:xfrm>
            <a:off x="639413" y="476086"/>
            <a:ext cx="10904435" cy="689608"/>
          </a:xfrm>
        </p:spPr>
        <p:txBody>
          <a:bodyPr/>
          <a:lstStyle/>
          <a:p>
            <a:r>
              <a:rPr lang="en-US" dirty="0"/>
              <a:t>Model Performance: Simplicity Outperforms Complexity</a:t>
            </a:r>
          </a:p>
        </p:txBody>
      </p:sp>
      <p:pic>
        <p:nvPicPr>
          <p:cNvPr id="9" name="Content Placeholder 8">
            <a:extLst>
              <a:ext uri="{FF2B5EF4-FFF2-40B4-BE49-F238E27FC236}">
                <a16:creationId xmlns:a16="http://schemas.microsoft.com/office/drawing/2014/main" id="{4DACB827-27C5-E6AC-2D6D-B9ACBF2E076D}"/>
              </a:ext>
            </a:extLst>
          </p:cNvPr>
          <p:cNvPicPr>
            <a:picLocks noGrp="1" noChangeAspect="1"/>
          </p:cNvPicPr>
          <p:nvPr>
            <p:ph sz="quarter" idx="13"/>
          </p:nvPr>
        </p:nvPicPr>
        <p:blipFill>
          <a:blip r:embed="rId3"/>
          <a:stretch>
            <a:fillRect/>
          </a:stretch>
        </p:blipFill>
        <p:spPr>
          <a:xfrm>
            <a:off x="639414" y="1416213"/>
            <a:ext cx="5456586" cy="4522674"/>
          </a:xfrm>
        </p:spPr>
      </p:pic>
      <p:graphicFrame>
        <p:nvGraphicFramePr>
          <p:cNvPr id="10" name="Content Placeholder 12">
            <a:extLst>
              <a:ext uri="{FF2B5EF4-FFF2-40B4-BE49-F238E27FC236}">
                <a16:creationId xmlns:a16="http://schemas.microsoft.com/office/drawing/2014/main" id="{BC6A8121-6062-EDA6-3087-B4E2B4F4415D}"/>
              </a:ext>
            </a:extLst>
          </p:cNvPr>
          <p:cNvGraphicFramePr>
            <a:graphicFrameLocks/>
          </p:cNvGraphicFramePr>
          <p:nvPr>
            <p:extLst>
              <p:ext uri="{D42A27DB-BD31-4B8C-83A1-F6EECF244321}">
                <p14:modId xmlns:p14="http://schemas.microsoft.com/office/powerpoint/2010/main" val="994242798"/>
              </p:ext>
            </p:extLst>
          </p:nvPr>
        </p:nvGraphicFramePr>
        <p:xfrm>
          <a:off x="6474606" y="1416211"/>
          <a:ext cx="4733863" cy="4522672"/>
        </p:xfrm>
        <a:graphic>
          <a:graphicData uri="http://schemas.openxmlformats.org/drawingml/2006/table">
            <a:tbl>
              <a:tblPr>
                <a:tableStyleId>{5C22544A-7EE6-4342-B048-85BDC9FD1C3A}</a:tableStyleId>
              </a:tblPr>
              <a:tblGrid>
                <a:gridCol w="1799517">
                  <a:extLst>
                    <a:ext uri="{9D8B030D-6E8A-4147-A177-3AD203B41FA5}">
                      <a16:colId xmlns:a16="http://schemas.microsoft.com/office/drawing/2014/main" val="4181494565"/>
                    </a:ext>
                  </a:extLst>
                </a:gridCol>
                <a:gridCol w="2934346">
                  <a:extLst>
                    <a:ext uri="{9D8B030D-6E8A-4147-A177-3AD203B41FA5}">
                      <a16:colId xmlns:a16="http://schemas.microsoft.com/office/drawing/2014/main" val="94223321"/>
                    </a:ext>
                  </a:extLst>
                </a:gridCol>
              </a:tblGrid>
              <a:tr h="565334">
                <a:tc>
                  <a:txBody>
                    <a:bodyPr/>
                    <a:lstStyle/>
                    <a:p>
                      <a:pPr algn="ctr" fontAlgn="t">
                        <a:buNone/>
                      </a:pPr>
                      <a:r>
                        <a:rPr lang="en-IN" sz="1100" b="1" u="none" strike="noStrike">
                          <a:effectLst/>
                        </a:rPr>
                        <a:t>Model Name</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b="1" u="none" strike="noStrike" dirty="0">
                          <a:effectLst/>
                        </a:rPr>
                        <a:t>R2 Score</a:t>
                      </a:r>
                      <a:endParaRPr lang="en-IN" sz="1100" b="1"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228977253"/>
                  </a:ext>
                </a:extLst>
              </a:tr>
              <a:tr h="565334">
                <a:tc>
                  <a:txBody>
                    <a:bodyPr/>
                    <a:lstStyle/>
                    <a:p>
                      <a:pPr algn="ctr" fontAlgn="t">
                        <a:buNone/>
                      </a:pPr>
                      <a:r>
                        <a:rPr lang="en-IN" sz="1100" u="none" strike="noStrike">
                          <a:effectLst/>
                        </a:rPr>
                        <a:t>Decision Tree</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73.526</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4034496525"/>
                  </a:ext>
                </a:extLst>
              </a:tr>
              <a:tr h="565334">
                <a:tc>
                  <a:txBody>
                    <a:bodyPr/>
                    <a:lstStyle/>
                    <a:p>
                      <a:pPr algn="ctr" fontAlgn="t">
                        <a:buNone/>
                      </a:pPr>
                      <a:r>
                        <a:rPr lang="en-IN" sz="1100" u="none" strike="noStrike">
                          <a:effectLst/>
                        </a:rPr>
                        <a:t>Gradient Boosting</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82.1068</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195746599"/>
                  </a:ext>
                </a:extLst>
              </a:tr>
              <a:tr h="565334">
                <a:tc>
                  <a:txBody>
                    <a:bodyPr/>
                    <a:lstStyle/>
                    <a:p>
                      <a:pPr algn="ctr" fontAlgn="t">
                        <a:buNone/>
                      </a:pPr>
                      <a:r>
                        <a:rPr lang="en-IN" sz="1100" u="none" strike="noStrike" dirty="0" err="1">
                          <a:effectLst/>
                        </a:rPr>
                        <a:t>CatBoost</a:t>
                      </a:r>
                      <a:endParaRPr lang="en-IN" sz="1100" b="0" i="0" u="none" strike="noStrike" dirty="0">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83.9582</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069559256"/>
                  </a:ext>
                </a:extLst>
              </a:tr>
              <a:tr h="565334">
                <a:tc>
                  <a:txBody>
                    <a:bodyPr/>
                    <a:lstStyle/>
                    <a:p>
                      <a:pPr algn="ctr" fontAlgn="t">
                        <a:buNone/>
                      </a:pPr>
                      <a:r>
                        <a:rPr lang="en-IN" sz="1100" u="none" strike="noStrike">
                          <a:effectLst/>
                        </a:rPr>
                        <a:t>LGBM Regressor</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dirty="0">
                          <a:effectLst/>
                        </a:rPr>
                        <a:t>76.7908</a:t>
                      </a:r>
                      <a:endParaRPr lang="en-IN" sz="1100" b="0"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918663957"/>
                  </a:ext>
                </a:extLst>
              </a:tr>
              <a:tr h="565334">
                <a:tc>
                  <a:txBody>
                    <a:bodyPr/>
                    <a:lstStyle/>
                    <a:p>
                      <a:pPr algn="ctr" fontAlgn="t">
                        <a:buNone/>
                      </a:pPr>
                      <a:r>
                        <a:rPr lang="en-IN" sz="1100" u="none" strike="noStrike">
                          <a:effectLst/>
                        </a:rPr>
                        <a:t>SGB (XGBoost)</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dirty="0">
                          <a:effectLst/>
                        </a:rPr>
                        <a:t>84.3597</a:t>
                      </a:r>
                      <a:endParaRPr lang="en-IN" sz="1100" b="0"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033053567"/>
                  </a:ext>
                </a:extLst>
              </a:tr>
              <a:tr h="565334">
                <a:tc>
                  <a:txBody>
                    <a:bodyPr/>
                    <a:lstStyle/>
                    <a:p>
                      <a:pPr algn="ctr" fontAlgn="t">
                        <a:buNone/>
                      </a:pPr>
                      <a:r>
                        <a:rPr lang="en-IN" sz="1100" u="none" strike="noStrike">
                          <a:effectLst/>
                        </a:rPr>
                        <a:t>Linear Regression</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84.5228</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295907607"/>
                  </a:ext>
                </a:extLst>
              </a:tr>
              <a:tr h="565334">
                <a:tc>
                  <a:txBody>
                    <a:bodyPr/>
                    <a:lstStyle/>
                    <a:p>
                      <a:pPr algn="ctr" fontAlgn="t">
                        <a:buNone/>
                      </a:pPr>
                      <a:r>
                        <a:rPr lang="en-IN" sz="1100" u="none" strike="noStrike">
                          <a:effectLst/>
                        </a:rPr>
                        <a:t>Lasso Regression</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dirty="0">
                          <a:effectLst/>
                        </a:rPr>
                        <a:t>72.3778</a:t>
                      </a:r>
                      <a:endParaRPr lang="en-IN" sz="1100" b="0"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4270342093"/>
                  </a:ext>
                </a:extLst>
              </a:tr>
            </a:tbl>
          </a:graphicData>
        </a:graphic>
      </p:graphicFrame>
    </p:spTree>
    <p:extLst>
      <p:ext uri="{BB962C8B-B14F-4D97-AF65-F5344CB8AC3E}">
        <p14:creationId xmlns:p14="http://schemas.microsoft.com/office/powerpoint/2010/main" val="3275042963"/>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5F1E4-FFAB-7009-54A9-49E3C4A9EFE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E7A1DFB-EBA3-20DE-50D7-BBD3CA9F3432}"/>
              </a:ext>
            </a:extLst>
          </p:cNvPr>
          <p:cNvSpPr>
            <a:spLocks noGrp="1"/>
          </p:cNvSpPr>
          <p:nvPr>
            <p:ph type="title"/>
          </p:nvPr>
        </p:nvSpPr>
        <p:spPr>
          <a:xfrm>
            <a:off x="639413" y="476086"/>
            <a:ext cx="10904435" cy="689608"/>
          </a:xfrm>
        </p:spPr>
        <p:txBody>
          <a:bodyPr/>
          <a:lstStyle/>
          <a:p>
            <a:r>
              <a:rPr lang="en-US" dirty="0"/>
              <a:t>Model Performance: Simplicity Outperforms Complexity</a:t>
            </a:r>
          </a:p>
        </p:txBody>
      </p:sp>
      <p:sp>
        <p:nvSpPr>
          <p:cNvPr id="3" name="Content Placeholder 2">
            <a:extLst>
              <a:ext uri="{FF2B5EF4-FFF2-40B4-BE49-F238E27FC236}">
                <a16:creationId xmlns:a16="http://schemas.microsoft.com/office/drawing/2014/main" id="{48DD744A-A433-6CFA-550D-D78CAB73189C}"/>
              </a:ext>
            </a:extLst>
          </p:cNvPr>
          <p:cNvSpPr>
            <a:spLocks noGrp="1"/>
          </p:cNvSpPr>
          <p:nvPr>
            <p:ph sz="quarter" idx="13"/>
          </p:nvPr>
        </p:nvSpPr>
        <p:spPr/>
        <p:txBody>
          <a:bodyPr/>
          <a:lstStyle/>
          <a:p>
            <a:r>
              <a:rPr lang="en-US" dirty="0"/>
              <a:t>Key Finding:</a:t>
            </a:r>
            <a:endParaRPr lang="en-US" b="0" dirty="0"/>
          </a:p>
          <a:p>
            <a:pPr lvl="1"/>
            <a:r>
              <a:rPr lang="en-US" b="1" dirty="0"/>
              <a:t>🥇 Winner: Linear Regression (84.52% R²)</a:t>
            </a:r>
            <a:endParaRPr lang="en-US" dirty="0"/>
          </a:p>
          <a:p>
            <a:pPr lvl="1"/>
            <a:r>
              <a:rPr lang="en-US" b="1" dirty="0"/>
              <a:t>🥈 Runner-up: </a:t>
            </a:r>
            <a:r>
              <a:rPr lang="en-US" b="1" dirty="0" err="1"/>
              <a:t>XGBoost</a:t>
            </a:r>
            <a:r>
              <a:rPr lang="en-US" b="1" dirty="0"/>
              <a:t> (84.36% R²)</a:t>
            </a:r>
            <a:endParaRPr lang="en-US" dirty="0"/>
          </a:p>
          <a:p>
            <a:r>
              <a:rPr lang="en-US" dirty="0"/>
              <a:t>Insight Box:</a:t>
            </a:r>
            <a:r>
              <a:rPr lang="en-US" b="0" dirty="0"/>
              <a:t> "Thorough data cleaning revealed strong </a:t>
            </a:r>
            <a:r>
              <a:rPr lang="en-US" dirty="0"/>
              <a:t>linear relationships</a:t>
            </a:r>
            <a:r>
              <a:rPr lang="en-US" b="0" dirty="0"/>
              <a:t>. The simplest, most interpretable model delivered the best performance."</a:t>
            </a:r>
          </a:p>
          <a:p>
            <a:endParaRPr lang="en-IN" dirty="0"/>
          </a:p>
        </p:txBody>
      </p:sp>
    </p:spTree>
    <p:extLst>
      <p:ext uri="{BB962C8B-B14F-4D97-AF65-F5344CB8AC3E}">
        <p14:creationId xmlns:p14="http://schemas.microsoft.com/office/powerpoint/2010/main" val="3360947952"/>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FFB8AAD-42F2-4027-ACDF-AADA9E7DDDE5}"/>
              </a:ext>
            </a:extLst>
          </p:cNvPr>
          <p:cNvSpPr>
            <a:spLocks noGrp="1"/>
          </p:cNvSpPr>
          <p:nvPr>
            <p:ph type="title"/>
          </p:nvPr>
        </p:nvSpPr>
        <p:spPr>
          <a:xfrm>
            <a:off x="639413" y="476086"/>
            <a:ext cx="10904435" cy="689608"/>
          </a:xfrm>
        </p:spPr>
        <p:txBody>
          <a:bodyPr/>
          <a:lstStyle/>
          <a:p>
            <a:r>
              <a:rPr lang="en-US" dirty="0"/>
              <a:t>From User Click to Price Estimate</a:t>
            </a:r>
          </a:p>
        </p:txBody>
      </p:sp>
      <p:graphicFrame>
        <p:nvGraphicFramePr>
          <p:cNvPr id="24" name="Content Placeholder 4">
            <a:extLst>
              <a:ext uri="{FF2B5EF4-FFF2-40B4-BE49-F238E27FC236}">
                <a16:creationId xmlns:a16="http://schemas.microsoft.com/office/drawing/2014/main" id="{5577545F-F8B8-4B15-A935-C7074CB50E31}"/>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3942557050"/>
              </p:ext>
            </p:extLst>
          </p:nvPr>
        </p:nvGraphicFramePr>
        <p:xfrm>
          <a:off x="838200" y="1619250"/>
          <a:ext cx="10515600" cy="4848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3540545"/>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76C4BB5-0EB6-4B98-B1D7-2E19EA166EF2}"/>
              </a:ext>
            </a:extLst>
          </p:cNvPr>
          <p:cNvSpPr>
            <a:spLocks noGrp="1"/>
          </p:cNvSpPr>
          <p:nvPr>
            <p:ph type="title"/>
          </p:nvPr>
        </p:nvSpPr>
        <p:spPr>
          <a:xfrm>
            <a:off x="6481808" y="1725105"/>
            <a:ext cx="5137112" cy="424206"/>
          </a:xfrm>
        </p:spPr>
        <p:txBody>
          <a:bodyPr>
            <a:noAutofit/>
          </a:bodyPr>
          <a:lstStyle/>
          <a:p>
            <a:r>
              <a:rPr lang="en-US" sz="2000" dirty="0"/>
              <a:t>Ready for Use &amp; Future Growth</a:t>
            </a:r>
          </a:p>
        </p:txBody>
      </p:sp>
      <p:pic>
        <p:nvPicPr>
          <p:cNvPr id="22" name="Picture Placeholder 21" descr="A close-up of a tool belt">
            <a:extLst>
              <a:ext uri="{FF2B5EF4-FFF2-40B4-BE49-F238E27FC236}">
                <a16:creationId xmlns:a16="http://schemas.microsoft.com/office/drawing/2014/main" id="{82BCEDAE-8874-4577-B951-45EFC78F53C5}"/>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639412" y="663792"/>
            <a:ext cx="4814887" cy="2667000"/>
          </a:xfrm>
        </p:spPr>
      </p:pic>
      <p:pic>
        <p:nvPicPr>
          <p:cNvPr id="24" name="Picture Placeholder 23" descr="A picture containing person holding a hard hat">
            <a:extLst>
              <a:ext uri="{FF2B5EF4-FFF2-40B4-BE49-F238E27FC236}">
                <a16:creationId xmlns:a16="http://schemas.microsoft.com/office/drawing/2014/main" id="{C53AA002-1448-49B2-99CA-CD5F197B3784}"/>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639412" y="3631470"/>
            <a:ext cx="4814887" cy="2562738"/>
          </a:xfrm>
        </p:spPr>
      </p:pic>
      <p:sp>
        <p:nvSpPr>
          <p:cNvPr id="18" name="Content Placeholder 17">
            <a:extLst>
              <a:ext uri="{FF2B5EF4-FFF2-40B4-BE49-F238E27FC236}">
                <a16:creationId xmlns:a16="http://schemas.microsoft.com/office/drawing/2014/main" id="{2DEB60A9-E83F-4E10-810D-81BD3D66CD17}"/>
              </a:ext>
            </a:extLst>
          </p:cNvPr>
          <p:cNvSpPr>
            <a:spLocks noGrp="1"/>
          </p:cNvSpPr>
          <p:nvPr>
            <p:ph type="body" sz="quarter" idx="15"/>
          </p:nvPr>
        </p:nvSpPr>
        <p:spPr>
          <a:xfrm>
            <a:off x="6481808" y="2224726"/>
            <a:ext cx="5395965" cy="3026004"/>
          </a:xfrm>
        </p:spPr>
        <p:txBody>
          <a:bodyPr>
            <a:normAutofit fontScale="85000" lnSpcReduction="20000"/>
          </a:bodyPr>
          <a:lstStyle/>
          <a:p>
            <a:r>
              <a:rPr lang="en-IN" dirty="0"/>
              <a:t>Deployment Ready:</a:t>
            </a:r>
            <a:endParaRPr lang="en-IN" b="0" dirty="0"/>
          </a:p>
          <a:p>
            <a:pPr lvl="1"/>
            <a:r>
              <a:rPr lang="en-IN" b="1" dirty="0"/>
              <a:t>Requirements:</a:t>
            </a:r>
            <a:r>
              <a:rPr lang="en-IN" dirty="0"/>
              <a:t> Python, </a:t>
            </a:r>
            <a:r>
              <a:rPr lang="en-IN" dirty="0" err="1"/>
              <a:t>Streamlit</a:t>
            </a:r>
            <a:r>
              <a:rPr lang="en-IN" dirty="0"/>
              <a:t>, model files.</a:t>
            </a:r>
          </a:p>
          <a:p>
            <a:pPr lvl="1"/>
            <a:r>
              <a:rPr lang="en-IN" b="1" dirty="0"/>
              <a:t>Structure:</a:t>
            </a:r>
            <a:r>
              <a:rPr lang="en-IN" dirty="0"/>
              <a:t> Simple, modular files (app.py, </a:t>
            </a:r>
            <a:r>
              <a:rPr lang="en-IN" dirty="0" err="1"/>
              <a:t>model.pkl</a:t>
            </a:r>
            <a:r>
              <a:rPr lang="en-IN" dirty="0"/>
              <a:t>, etc.).</a:t>
            </a:r>
          </a:p>
          <a:p>
            <a:pPr lvl="1"/>
            <a:r>
              <a:rPr lang="en-IN" b="1" dirty="0"/>
              <a:t>Performance:</a:t>
            </a:r>
            <a:r>
              <a:rPr lang="en-IN" dirty="0"/>
              <a:t> &lt;2 sec response, 84.5% accuracy.</a:t>
            </a:r>
          </a:p>
          <a:p>
            <a:r>
              <a:rPr lang="en-IN" dirty="0"/>
              <a:t>Scalability Pathways:</a:t>
            </a:r>
            <a:endParaRPr lang="en-IN" b="0" dirty="0"/>
          </a:p>
          <a:p>
            <a:pPr lvl="1"/>
            <a:r>
              <a:rPr lang="en-IN" b="1" dirty="0"/>
              <a:t>Add Cities:</a:t>
            </a:r>
            <a:r>
              <a:rPr lang="en-IN" dirty="0"/>
              <a:t> Repeat pipeline for new data.</a:t>
            </a:r>
          </a:p>
          <a:p>
            <a:pPr lvl="1"/>
            <a:r>
              <a:rPr lang="en-IN" b="1" dirty="0"/>
              <a:t>Enhance Models:</a:t>
            </a:r>
            <a:r>
              <a:rPr lang="en-IN" dirty="0"/>
              <a:t> Incorporate temporal trends.</a:t>
            </a:r>
          </a:p>
          <a:p>
            <a:pPr lvl="1"/>
            <a:r>
              <a:rPr lang="en-IN" b="1" dirty="0"/>
              <a:t>Advanced Features:</a:t>
            </a:r>
            <a:r>
              <a:rPr lang="en-IN" dirty="0"/>
              <a:t> Integrate amenities, images.</a:t>
            </a:r>
          </a:p>
        </p:txBody>
      </p:sp>
    </p:spTree>
    <p:extLst>
      <p:ext uri="{BB962C8B-B14F-4D97-AF65-F5344CB8AC3E}">
        <p14:creationId xmlns:p14="http://schemas.microsoft.com/office/powerpoint/2010/main" val="175585720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9B38-6F9A-2A7A-2A88-01BE4316ED9E}"/>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3E1E23A4-EA6B-CCE9-568D-4C39C2FA308F}"/>
              </a:ext>
            </a:extLst>
          </p:cNvPr>
          <p:cNvSpPr>
            <a:spLocks noGrp="1"/>
          </p:cNvSpPr>
          <p:nvPr>
            <p:ph type="title"/>
          </p:nvPr>
        </p:nvSpPr>
        <p:spPr>
          <a:xfrm>
            <a:off x="347332" y="278342"/>
            <a:ext cx="7777823" cy="986304"/>
          </a:xfrm>
        </p:spPr>
        <p:txBody>
          <a:bodyPr>
            <a:normAutofit fontScale="90000"/>
          </a:bodyPr>
          <a:lstStyle/>
          <a:p>
            <a:r>
              <a:rPr lang="en-US" dirty="0"/>
              <a:t>Delivering a Reliable, Practical AI Solution</a:t>
            </a:r>
          </a:p>
        </p:txBody>
      </p:sp>
      <p:sp>
        <p:nvSpPr>
          <p:cNvPr id="16" name="Content Placeholder 15">
            <a:extLst>
              <a:ext uri="{FF2B5EF4-FFF2-40B4-BE49-F238E27FC236}">
                <a16:creationId xmlns:a16="http://schemas.microsoft.com/office/drawing/2014/main" id="{8A3AE3B2-B4E9-8950-6FCC-582C36CC7F6E}"/>
              </a:ext>
            </a:extLst>
          </p:cNvPr>
          <p:cNvSpPr>
            <a:spLocks noGrp="1"/>
          </p:cNvSpPr>
          <p:nvPr>
            <p:ph idx="1"/>
          </p:nvPr>
        </p:nvSpPr>
        <p:spPr>
          <a:xfrm>
            <a:off x="347332" y="1653479"/>
            <a:ext cx="6583187" cy="4537348"/>
          </a:xfrm>
        </p:spPr>
        <p:txBody>
          <a:bodyPr>
            <a:normAutofit/>
          </a:bodyPr>
          <a:lstStyle/>
          <a:p>
            <a:r>
              <a:rPr lang="en-IN" dirty="0"/>
              <a:t>Success Metrics:</a:t>
            </a:r>
            <a:endParaRPr lang="en-IN" b="0" dirty="0"/>
          </a:p>
          <a:p>
            <a:pPr lvl="1"/>
            <a:r>
              <a:rPr lang="en-IN" b="1" dirty="0"/>
              <a:t>Technical:</a:t>
            </a:r>
            <a:r>
              <a:rPr lang="en-IN" dirty="0"/>
              <a:t> &gt;84% R², 45.6% noise removed.</a:t>
            </a:r>
          </a:p>
          <a:p>
            <a:pPr lvl="1"/>
            <a:r>
              <a:rPr lang="en-IN" b="1" dirty="0"/>
              <a:t>Business:</a:t>
            </a:r>
            <a:r>
              <a:rPr lang="en-IN" dirty="0"/>
              <a:t> Intuitive app, 244 locations covered.</a:t>
            </a:r>
          </a:p>
          <a:p>
            <a:r>
              <a:rPr lang="en-IN" dirty="0"/>
              <a:t>Core Innovations:</a:t>
            </a:r>
            <a:endParaRPr lang="en-IN" b="0" dirty="0"/>
          </a:p>
          <a:p>
            <a:pPr lvl="1"/>
            <a:r>
              <a:rPr lang="en-IN" b="1" dirty="0"/>
              <a:t>Domain-First Cleaning:</a:t>
            </a:r>
            <a:r>
              <a:rPr lang="en-IN" dirty="0"/>
              <a:t> Real estate rules &gt; pure statistics.</a:t>
            </a:r>
          </a:p>
          <a:p>
            <a:pPr lvl="1"/>
            <a:r>
              <a:rPr lang="en-IN" b="1" dirty="0"/>
              <a:t>Interpretable AI:</a:t>
            </a:r>
            <a:r>
              <a:rPr lang="en-IN" dirty="0"/>
              <a:t> Chose explainable, high-performing model.</a:t>
            </a:r>
          </a:p>
          <a:p>
            <a:pPr lvl="1"/>
            <a:r>
              <a:rPr lang="en-IN" b="1" dirty="0"/>
              <a:t>End-to-End Product:</a:t>
            </a:r>
            <a:r>
              <a:rPr lang="en-IN" dirty="0"/>
              <a:t> From raw CSV to live web app.</a:t>
            </a:r>
          </a:p>
          <a:p>
            <a:pPr lvl="1"/>
            <a:r>
              <a:rPr lang="en-IN" b="1" dirty="0"/>
              <a:t>User-Centric Design:</a:t>
            </a:r>
            <a:r>
              <a:rPr lang="en-IN" dirty="0"/>
              <a:t> Built for usability, not just accuracy.</a:t>
            </a:r>
          </a:p>
        </p:txBody>
      </p:sp>
      <p:pic>
        <p:nvPicPr>
          <p:cNvPr id="19" name="Picture Placeholder 18" descr="A picture containing building, outdoor, construction">
            <a:extLst>
              <a:ext uri="{FF2B5EF4-FFF2-40B4-BE49-F238E27FC236}">
                <a16:creationId xmlns:a16="http://schemas.microsoft.com/office/drawing/2014/main" id="{6F731794-2378-2DCE-4934-C37B870F4E3B}"/>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7526867" y="0"/>
            <a:ext cx="4665133" cy="2222500"/>
          </a:xfrm>
        </p:spPr>
      </p:pic>
      <p:pic>
        <p:nvPicPr>
          <p:cNvPr id="41" name="Picture Placeholder 40" descr="A close-up of a person's hand holding a piece of wood">
            <a:extLst>
              <a:ext uri="{FF2B5EF4-FFF2-40B4-BE49-F238E27FC236}">
                <a16:creationId xmlns:a16="http://schemas.microsoft.com/office/drawing/2014/main" id="{90680194-C5C9-9A3C-B3E7-1960DC9E43BE}"/>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7534656" y="2316047"/>
            <a:ext cx="4657725" cy="2222500"/>
          </a:xfrm>
        </p:spPr>
      </p:pic>
      <p:pic>
        <p:nvPicPr>
          <p:cNvPr id="43" name="Picture Placeholder 42" descr="A silver key on a blueprint">
            <a:extLst>
              <a:ext uri="{FF2B5EF4-FFF2-40B4-BE49-F238E27FC236}">
                <a16:creationId xmlns:a16="http://schemas.microsoft.com/office/drawing/2014/main" id="{D9323DB4-5345-B930-EA26-87633DD49FEB}"/>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7535939" y="4634050"/>
            <a:ext cx="4657725" cy="2222500"/>
          </a:xfrm>
        </p:spPr>
      </p:pic>
    </p:spTree>
    <p:extLst>
      <p:ext uri="{BB962C8B-B14F-4D97-AF65-F5344CB8AC3E}">
        <p14:creationId xmlns:p14="http://schemas.microsoft.com/office/powerpoint/2010/main" val="923694744"/>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628FA48-B05A-4DB8-9410-A9C9B08E9636}"/>
              </a:ext>
            </a:extLst>
          </p:cNvPr>
          <p:cNvSpPr>
            <a:spLocks noGrp="1"/>
          </p:cNvSpPr>
          <p:nvPr>
            <p:ph type="ctrTitle"/>
          </p:nvPr>
        </p:nvSpPr>
        <p:spPr>
          <a:xfrm>
            <a:off x="975359" y="3637127"/>
            <a:ext cx="10065679" cy="1493765"/>
          </a:xfrm>
        </p:spPr>
        <p:txBody>
          <a:bodyPr/>
          <a:lstStyle/>
          <a:p>
            <a:r>
              <a:rPr lang="en-US" dirty="0"/>
              <a:t>Thank you</a:t>
            </a:r>
          </a:p>
        </p:txBody>
      </p:sp>
      <p:sp>
        <p:nvSpPr>
          <p:cNvPr id="13" name="Subtitle 12">
            <a:extLst>
              <a:ext uri="{FF2B5EF4-FFF2-40B4-BE49-F238E27FC236}">
                <a16:creationId xmlns:a16="http://schemas.microsoft.com/office/drawing/2014/main" id="{1272A210-0893-431A-8A94-D650D4DBA54A}"/>
              </a:ext>
            </a:extLst>
          </p:cNvPr>
          <p:cNvSpPr>
            <a:spLocks noGrp="1"/>
          </p:cNvSpPr>
          <p:nvPr>
            <p:ph type="subTitle" idx="1"/>
          </p:nvPr>
        </p:nvSpPr>
        <p:spPr>
          <a:xfrm>
            <a:off x="973836" y="5023536"/>
            <a:ext cx="10065679" cy="569873"/>
          </a:xfrm>
        </p:spPr>
        <p:txBody>
          <a:bodyPr>
            <a:normAutofit/>
          </a:bodyPr>
          <a:lstStyle/>
          <a:p>
            <a:r>
              <a:rPr lang="en-US" dirty="0"/>
              <a:t>Tanmay </a:t>
            </a:r>
            <a:r>
              <a:rPr lang="en-US" dirty="0" err="1"/>
              <a:t>bhongale</a:t>
            </a:r>
            <a:r>
              <a:rPr lang="en-US" dirty="0"/>
              <a:t> |</a:t>
            </a:r>
            <a:r>
              <a:rPr lang="en-IN" sz="1600" dirty="0"/>
              <a:t>Praful Tikkas</a:t>
            </a:r>
            <a:r>
              <a:rPr lang="en-US" dirty="0"/>
              <a:t> | </a:t>
            </a:r>
            <a:r>
              <a:rPr lang="en-IN" sz="1600" dirty="0"/>
              <a:t>Aditya Jadhav</a:t>
            </a:r>
          </a:p>
        </p:txBody>
      </p:sp>
      <p:pic>
        <p:nvPicPr>
          <p:cNvPr id="24" name="Picture Placeholder 23" descr="A computer on a table">
            <a:extLst>
              <a:ext uri="{FF2B5EF4-FFF2-40B4-BE49-F238E27FC236}">
                <a16:creationId xmlns:a16="http://schemas.microsoft.com/office/drawing/2014/main" id="{DFA3F48C-2BCF-4B14-A3DE-6AD7861752B6}"/>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63588" y="642938"/>
            <a:ext cx="2449512" cy="2476500"/>
          </a:xfrm>
        </p:spPr>
      </p:pic>
      <p:pic>
        <p:nvPicPr>
          <p:cNvPr id="26" name="Picture Placeholder 25" descr="A person standing in front of a building">
            <a:extLst>
              <a:ext uri="{FF2B5EF4-FFF2-40B4-BE49-F238E27FC236}">
                <a16:creationId xmlns:a16="http://schemas.microsoft.com/office/drawing/2014/main" id="{44498E43-C8EA-43BA-9A26-3008727E1E7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502338" y="643636"/>
            <a:ext cx="2449512" cy="2476500"/>
          </a:xfrm>
        </p:spPr>
      </p:pic>
      <p:pic>
        <p:nvPicPr>
          <p:cNvPr id="28" name="Picture Placeholder 27" descr="A picture containing text, indoor, device">
            <a:extLst>
              <a:ext uri="{FF2B5EF4-FFF2-40B4-BE49-F238E27FC236}">
                <a16:creationId xmlns:a16="http://schemas.microsoft.com/office/drawing/2014/main" id="{3278E6CB-DC68-4C8D-8DC1-D1C6DA25E75E}"/>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a:stretch/>
        </p:blipFill>
        <p:spPr>
          <a:xfrm>
            <a:off x="6240470" y="643636"/>
            <a:ext cx="2449512" cy="2476500"/>
          </a:xfrm>
        </p:spPr>
      </p:pic>
      <p:pic>
        <p:nvPicPr>
          <p:cNvPr id="34" name="Picture Placeholder 33" descr="A picture containing person, indoor drawing on glass">
            <a:extLst>
              <a:ext uri="{FF2B5EF4-FFF2-40B4-BE49-F238E27FC236}">
                <a16:creationId xmlns:a16="http://schemas.microsoft.com/office/drawing/2014/main" id="{FA31531E-464C-464F-8ED4-9CB461EA7FBC}"/>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8978301" y="643636"/>
            <a:ext cx="2449512" cy="2476500"/>
          </a:xfrm>
        </p:spPr>
      </p:pic>
    </p:spTree>
    <p:extLst>
      <p:ext uri="{BB962C8B-B14F-4D97-AF65-F5344CB8AC3E}">
        <p14:creationId xmlns:p14="http://schemas.microsoft.com/office/powerpoint/2010/main" val="59131924"/>
      </p:ext>
    </p:extLst>
  </p:cSld>
  <p:clrMapOvr>
    <a:masterClrMapping/>
  </p:clrMapOvr>
  <p:transition spd="med">
    <p:pull/>
  </p:transition>
</p:sld>
</file>

<file path=ppt/theme/theme1.xml><?xml version="1.0" encoding="utf-8"?>
<a:theme xmlns:a="http://schemas.openxmlformats.org/drawingml/2006/main" name="MeiryoVTI">
  <a:themeElements>
    <a:clrScheme name="Meiryo">
      <a:dk1>
        <a:srgbClr val="232323"/>
      </a:dk1>
      <a:lt1>
        <a:srgbClr val="FFFFFF"/>
      </a:lt1>
      <a:dk2>
        <a:srgbClr val="231B23"/>
      </a:dk2>
      <a:lt2>
        <a:srgbClr val="FCF5E5"/>
      </a:lt2>
      <a:accent1>
        <a:srgbClr val="FDA431"/>
      </a:accent1>
      <a:accent2>
        <a:srgbClr val="4DA1A8"/>
      </a:accent2>
      <a:accent3>
        <a:srgbClr val="B9D587"/>
      </a:accent3>
      <a:accent4>
        <a:srgbClr val="E8BD32"/>
      </a:accent4>
      <a:accent5>
        <a:srgbClr val="809EC2"/>
      </a:accent5>
      <a:accent6>
        <a:srgbClr val="E3ADB6"/>
      </a:accent6>
      <a:hlink>
        <a:srgbClr val="34ADB6"/>
      </a:hlink>
      <a:folHlink>
        <a:srgbClr val="B2B2B2"/>
      </a:folHlink>
    </a:clrScheme>
    <a:fontScheme name="Meiryo UI">
      <a:majorFont>
        <a:latin typeface="Meiryo UI"/>
        <a:ea typeface=""/>
        <a:cs typeface=""/>
      </a:majorFont>
      <a:minorFont>
        <a:latin typeface="Meiryo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riyo_Win32_JC_SL_v2.potx" id="{77663EF8-81AF-4A53-AD14-18F5794291B2}" vid="{1972F907-976D-4EFE-B456-F83CC7D3E4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89B4F5-D858-4228-A1A8-F9C09A238B60}">
  <ds:schemaRefs>
    <ds:schemaRef ds:uri="http://schemas.microsoft.com/sharepoint/v3/contenttype/forms"/>
  </ds:schemaRefs>
</ds:datastoreItem>
</file>

<file path=customXml/itemProps2.xml><?xml version="1.0" encoding="utf-8"?>
<ds:datastoreItem xmlns:ds="http://schemas.openxmlformats.org/officeDocument/2006/customXml" ds:itemID="{0B4605F9-2AA0-4698-BBDB-0F81CCABFD7B}">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83F5A4AD-A372-48FB-978B-A62EF04BB6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Meriyo design</Template>
  <TotalTime>57</TotalTime>
  <Words>941</Words>
  <Application>Microsoft Office PowerPoint</Application>
  <PresentationFormat>Widescreen</PresentationFormat>
  <Paragraphs>109</Paragraphs>
  <Slides>11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Meiryo</vt:lpstr>
      <vt:lpstr>Meiryo UI</vt:lpstr>
      <vt:lpstr>Arial</vt:lpstr>
      <vt:lpstr>Calibri</vt:lpstr>
      <vt:lpstr>Wingdings</vt:lpstr>
      <vt:lpstr>MeiryoVTI</vt:lpstr>
      <vt:lpstr>Data-Driven Real Estate:  A Machine Learning Solution </vt:lpstr>
      <vt:lpstr>Agenda</vt:lpstr>
      <vt:lpstr>Transforming Property Valuation with Data</vt:lpstr>
      <vt:lpstr>The Data Problem: Garbage In, Garbage Out</vt:lpstr>
      <vt:lpstr>Domain-Aware Data Cleaning &amp; Feature Creation</vt:lpstr>
      <vt:lpstr>Model Performance: Simplicity Outperforms Complexity</vt:lpstr>
      <vt:lpstr>Model Performance: Simplicity Outperforms Complexity</vt:lpstr>
      <vt:lpstr>From User Click to Price Estimate</vt:lpstr>
      <vt:lpstr>Ready for Use &amp; Future Growth</vt:lpstr>
      <vt:lpstr>Delivering a Reliable, Practical AI Solution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Tanmay Bhongale</dc:creator>
  <cp:lastModifiedBy>Tanmay Bhongale</cp:lastModifiedBy>
  <cp:revision>3</cp:revision>
  <dcterms:created xsi:type="dcterms:W3CDTF">2025-12-26T05:27:24Z</dcterms:created>
  <dcterms:modified xsi:type="dcterms:W3CDTF">2025-12-26T12:03:55Z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